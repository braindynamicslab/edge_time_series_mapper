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4008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9" d="100"/>
          <a:sy n="129" d="100"/>
        </p:scale>
        <p:origin x="2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1047539"/>
            <a:ext cx="5440680" cy="2228427"/>
          </a:xfrm>
        </p:spPr>
        <p:txBody>
          <a:bodyPr anchor="b"/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3361902"/>
            <a:ext cx="4800600" cy="1545378"/>
          </a:xfrm>
        </p:spPr>
        <p:txBody>
          <a:bodyPr/>
          <a:lstStyle>
            <a:lvl1pPr marL="0" indent="0" algn="ctr">
              <a:buNone/>
              <a:defRPr sz="1680"/>
            </a:lvl1pPr>
            <a:lvl2pPr marL="320040" indent="0" algn="ctr">
              <a:buNone/>
              <a:defRPr sz="1400"/>
            </a:lvl2pPr>
            <a:lvl3pPr marL="640080" indent="0" algn="ctr">
              <a:buNone/>
              <a:defRPr sz="1260"/>
            </a:lvl3pPr>
            <a:lvl4pPr marL="960120" indent="0" algn="ctr">
              <a:buNone/>
              <a:defRPr sz="1120"/>
            </a:lvl4pPr>
            <a:lvl5pPr marL="1280160" indent="0" algn="ctr">
              <a:buNone/>
              <a:defRPr sz="1120"/>
            </a:lvl5pPr>
            <a:lvl6pPr marL="1600200" indent="0" algn="ctr">
              <a:buNone/>
              <a:defRPr sz="1120"/>
            </a:lvl6pPr>
            <a:lvl7pPr marL="1920240" indent="0" algn="ctr">
              <a:buNone/>
              <a:defRPr sz="1120"/>
            </a:lvl7pPr>
            <a:lvl8pPr marL="2240280" indent="0" algn="ctr">
              <a:buNone/>
              <a:defRPr sz="1120"/>
            </a:lvl8pPr>
            <a:lvl9pPr marL="2560320" indent="0" algn="ctr">
              <a:buNone/>
              <a:defRPr sz="1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617A-C7CC-CB46-8A5C-CCEC473A191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639D-017F-A444-88D1-B6C90BDB4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81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617A-C7CC-CB46-8A5C-CCEC473A191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639D-017F-A444-88D1-B6C90BDB4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2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595757"/>
            <a:ext cx="5520690" cy="2662555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4283500"/>
            <a:ext cx="5520690" cy="1400175"/>
          </a:xfrm>
        </p:spPr>
        <p:txBody>
          <a:bodyPr/>
          <a:lstStyle>
            <a:lvl1pPr marL="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1pPr>
            <a:lvl2pPr marL="32004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2pPr>
            <a:lvl3pPr marL="6400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3pPr>
            <a:lvl4pPr marL="9601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4pPr>
            <a:lvl5pPr marL="128016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5pPr>
            <a:lvl6pPr marL="160020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6pPr>
            <a:lvl7pPr marL="192024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7pPr>
            <a:lvl8pPr marL="224028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8pPr>
            <a:lvl9pPr marL="25603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617A-C7CC-CB46-8A5C-CCEC473A191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639D-017F-A444-88D1-B6C90BDB4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36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703917"/>
            <a:ext cx="272034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703917"/>
            <a:ext cx="272034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617A-C7CC-CB46-8A5C-CCEC473A191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639D-017F-A444-88D1-B6C90BDB4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96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40785"/>
            <a:ext cx="552069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569085"/>
            <a:ext cx="2707838" cy="768985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2338070"/>
            <a:ext cx="2707838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569085"/>
            <a:ext cx="2721174" cy="768985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2338070"/>
            <a:ext cx="2721174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617A-C7CC-CB46-8A5C-CCEC473A191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639D-017F-A444-88D1-B6C90BDB4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1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617A-C7CC-CB46-8A5C-CCEC473A191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639D-017F-A444-88D1-B6C90BDB4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63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617A-C7CC-CB46-8A5C-CCEC473A191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639D-017F-A444-88D1-B6C90BDB4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31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26720"/>
            <a:ext cx="2064425" cy="149352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921598"/>
            <a:ext cx="3240405" cy="4548717"/>
          </a:xfrm>
        </p:spPr>
        <p:txBody>
          <a:bodyPr/>
          <a:lstStyle>
            <a:lvl1pPr>
              <a:defRPr sz="2240"/>
            </a:lvl1pPr>
            <a:lvl2pPr>
              <a:defRPr sz="1960"/>
            </a:lvl2pPr>
            <a:lvl3pPr>
              <a:defRPr sz="168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920240"/>
            <a:ext cx="2064425" cy="3557482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617A-C7CC-CB46-8A5C-CCEC473A191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639D-017F-A444-88D1-B6C90BDB4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8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26720"/>
            <a:ext cx="2064425" cy="149352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921598"/>
            <a:ext cx="3240405" cy="4548717"/>
          </a:xfrm>
        </p:spPr>
        <p:txBody>
          <a:bodyPr anchor="t"/>
          <a:lstStyle>
            <a:lvl1pPr marL="0" indent="0">
              <a:buNone/>
              <a:defRPr sz="2240"/>
            </a:lvl1pPr>
            <a:lvl2pPr marL="320040" indent="0">
              <a:buNone/>
              <a:defRPr sz="1960"/>
            </a:lvl2pPr>
            <a:lvl3pPr marL="640080" indent="0">
              <a:buNone/>
              <a:defRPr sz="1680"/>
            </a:lvl3pPr>
            <a:lvl4pPr marL="960120" indent="0">
              <a:buNone/>
              <a:defRPr sz="1400"/>
            </a:lvl4pPr>
            <a:lvl5pPr marL="1280160" indent="0">
              <a:buNone/>
              <a:defRPr sz="1400"/>
            </a:lvl5pPr>
            <a:lvl6pPr marL="1600200" indent="0">
              <a:buNone/>
              <a:defRPr sz="1400"/>
            </a:lvl6pPr>
            <a:lvl7pPr marL="1920240" indent="0">
              <a:buNone/>
              <a:defRPr sz="1400"/>
            </a:lvl7pPr>
            <a:lvl8pPr marL="2240280" indent="0">
              <a:buNone/>
              <a:defRPr sz="1400"/>
            </a:lvl8pPr>
            <a:lvl9pPr marL="2560320" indent="0">
              <a:buNone/>
              <a:defRPr sz="1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920240"/>
            <a:ext cx="2064425" cy="3557482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617A-C7CC-CB46-8A5C-CCEC473A191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639D-017F-A444-88D1-B6C90BDB4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66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617A-C7CC-CB46-8A5C-CCEC473A191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639D-017F-A444-88D1-B6C90BDB4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3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340783"/>
            <a:ext cx="1380173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340783"/>
            <a:ext cx="4060508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617A-C7CC-CB46-8A5C-CCEC473A191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3639D-017F-A444-88D1-B6C90BDB4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9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340785"/>
            <a:ext cx="552069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703917"/>
            <a:ext cx="552069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5932595"/>
            <a:ext cx="144018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C617A-C7CC-CB46-8A5C-CCEC473A191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5932595"/>
            <a:ext cx="216027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5932595"/>
            <a:ext cx="144018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3639D-017F-A444-88D1-B6C90BDB4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2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0080" rtl="0" eaLnBrk="1" latinLnBrk="0" hangingPunct="1">
        <a:lnSpc>
          <a:spcPct val="90000"/>
        </a:lnSpc>
        <a:spcBef>
          <a:spcPct val="0"/>
        </a:spcBef>
        <a:buNone/>
        <a:defRPr sz="3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020" indent="-160020" algn="l" defTabSz="64008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201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76022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20802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7203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2402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a square&#10;&#10;AI-generated content may be incorrect.">
            <a:extLst>
              <a:ext uri="{FF2B5EF4-FFF2-40B4-BE49-F238E27FC236}">
                <a16:creationId xmlns:a16="http://schemas.microsoft.com/office/drawing/2014/main" id="{28E180F5-5C86-A114-4E15-62DE6A1E32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1" r="5980"/>
          <a:stretch>
            <a:fillRect/>
          </a:stretch>
        </p:blipFill>
        <p:spPr>
          <a:xfrm>
            <a:off x="696990" y="431108"/>
            <a:ext cx="1884860" cy="1272413"/>
          </a:xfrm>
          <a:prstGeom prst="rect">
            <a:avLst/>
          </a:prstGeom>
        </p:spPr>
      </p:pic>
      <p:pic>
        <p:nvPicPr>
          <p:cNvPr id="7" name="Picture 6" descr="A blue graph with numbers&#10;&#10;AI-generated content may be incorrect.">
            <a:extLst>
              <a:ext uri="{FF2B5EF4-FFF2-40B4-BE49-F238E27FC236}">
                <a16:creationId xmlns:a16="http://schemas.microsoft.com/office/drawing/2014/main" id="{5BCBF5E5-3534-CBB1-56AC-7700B8FEEC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53" r="5580"/>
          <a:stretch>
            <a:fillRect/>
          </a:stretch>
        </p:blipFill>
        <p:spPr>
          <a:xfrm>
            <a:off x="4501162" y="431108"/>
            <a:ext cx="1884860" cy="1272413"/>
          </a:xfrm>
          <a:prstGeom prst="rect">
            <a:avLst/>
          </a:prstGeom>
        </p:spPr>
      </p:pic>
      <p:pic>
        <p:nvPicPr>
          <p:cNvPr id="9" name="Picture 8" descr="A blue graph with black numbers&#10;&#10;AI-generated content may be incorrect.">
            <a:extLst>
              <a:ext uri="{FF2B5EF4-FFF2-40B4-BE49-F238E27FC236}">
                <a16:creationId xmlns:a16="http://schemas.microsoft.com/office/drawing/2014/main" id="{517519FD-AA86-B4C2-8358-F2BEDDD7D4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53" r="5178"/>
          <a:stretch>
            <a:fillRect/>
          </a:stretch>
        </p:blipFill>
        <p:spPr>
          <a:xfrm>
            <a:off x="2599076" y="431108"/>
            <a:ext cx="1884860" cy="1272413"/>
          </a:xfrm>
          <a:prstGeom prst="rect">
            <a:avLst/>
          </a:prstGeom>
        </p:spPr>
      </p:pic>
      <p:pic>
        <p:nvPicPr>
          <p:cNvPr id="11" name="Picture 10" descr="A graph with numbers and a square&#10;&#10;AI-generated content may be incorrect.">
            <a:extLst>
              <a:ext uri="{FF2B5EF4-FFF2-40B4-BE49-F238E27FC236}">
                <a16:creationId xmlns:a16="http://schemas.microsoft.com/office/drawing/2014/main" id="{F079C43E-2A5A-ADBA-7067-7CEEC9E052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80" r="6008"/>
          <a:stretch>
            <a:fillRect/>
          </a:stretch>
        </p:blipFill>
        <p:spPr>
          <a:xfrm>
            <a:off x="697588" y="1603708"/>
            <a:ext cx="1883664" cy="1272413"/>
          </a:xfrm>
          <a:prstGeom prst="rect">
            <a:avLst/>
          </a:prstGeom>
        </p:spPr>
      </p:pic>
      <p:pic>
        <p:nvPicPr>
          <p:cNvPr id="13" name="Picture 12" descr="A blue graph with numbers&#10;&#10;AI-generated content may be incorrect.">
            <a:extLst>
              <a:ext uri="{FF2B5EF4-FFF2-40B4-BE49-F238E27FC236}">
                <a16:creationId xmlns:a16="http://schemas.microsoft.com/office/drawing/2014/main" id="{0CB5135C-99AF-09C2-FF56-8FFDFF5D58E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438" r="5149"/>
          <a:stretch>
            <a:fillRect/>
          </a:stretch>
        </p:blipFill>
        <p:spPr>
          <a:xfrm>
            <a:off x="4501760" y="1603708"/>
            <a:ext cx="1883664" cy="1272413"/>
          </a:xfrm>
          <a:prstGeom prst="rect">
            <a:avLst/>
          </a:prstGeom>
        </p:spPr>
      </p:pic>
      <p:pic>
        <p:nvPicPr>
          <p:cNvPr id="15" name="Picture 14" descr="A blue graph with black numbers&#10;&#10;AI-generated content may be incorrect.">
            <a:extLst>
              <a:ext uri="{FF2B5EF4-FFF2-40B4-BE49-F238E27FC236}">
                <a16:creationId xmlns:a16="http://schemas.microsoft.com/office/drawing/2014/main" id="{B3021D81-2C66-0FB5-5116-FD95F44B09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008" r="5580"/>
          <a:stretch>
            <a:fillRect/>
          </a:stretch>
        </p:blipFill>
        <p:spPr>
          <a:xfrm>
            <a:off x="2599674" y="1603708"/>
            <a:ext cx="1883664" cy="12724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94FF351-23B7-5D01-355E-0D27FD60E9DD}"/>
              </a:ext>
            </a:extLst>
          </p:cNvPr>
          <p:cNvSpPr txBox="1"/>
          <p:nvPr/>
        </p:nvSpPr>
        <p:spPr>
          <a:xfrm rot="16200000">
            <a:off x="-890516" y="1452602"/>
            <a:ext cx="2029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Discovery cohort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7ABEBE-1978-B3F8-DAC5-244C42F9D9FE}"/>
              </a:ext>
            </a:extLst>
          </p:cNvPr>
          <p:cNvSpPr txBox="1"/>
          <p:nvPr/>
        </p:nvSpPr>
        <p:spPr>
          <a:xfrm rot="16200000">
            <a:off x="237610" y="3150234"/>
            <a:ext cx="451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973FF-49BC-BC31-D488-26BAC64AFE42}"/>
              </a:ext>
            </a:extLst>
          </p:cNvPr>
          <p:cNvSpPr txBox="1"/>
          <p:nvPr/>
        </p:nvSpPr>
        <p:spPr>
          <a:xfrm>
            <a:off x="2646146" y="-32589"/>
            <a:ext cx="1883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Frequency</a:t>
            </a:r>
          </a:p>
          <a:p>
            <a:pPr algn="ctr"/>
            <a:r>
              <a:rPr lang="en-US" sz="1600" dirty="0"/>
              <a:t>(log scale)</a:t>
            </a:r>
          </a:p>
        </p:txBody>
      </p:sp>
      <p:pic>
        <p:nvPicPr>
          <p:cNvPr id="21" name="Picture 20" descr="A graph with numbers and a square&#10;&#10;AI-generated content may be incorrect.">
            <a:extLst>
              <a:ext uri="{FF2B5EF4-FFF2-40B4-BE49-F238E27FC236}">
                <a16:creationId xmlns:a16="http://schemas.microsoft.com/office/drawing/2014/main" id="{F7AC146E-9EF5-54BE-F8B5-CDF3792FCDC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579" r="6009"/>
          <a:stretch>
            <a:fillRect/>
          </a:stretch>
        </p:blipFill>
        <p:spPr>
          <a:xfrm>
            <a:off x="697588" y="2776308"/>
            <a:ext cx="1883664" cy="1272413"/>
          </a:xfrm>
          <a:prstGeom prst="rect">
            <a:avLst/>
          </a:prstGeom>
        </p:spPr>
      </p:pic>
      <p:pic>
        <p:nvPicPr>
          <p:cNvPr id="23" name="Picture 22" descr="A blue graph with numbers&#10;&#10;AI-generated content may be incorrect.">
            <a:extLst>
              <a:ext uri="{FF2B5EF4-FFF2-40B4-BE49-F238E27FC236}">
                <a16:creationId xmlns:a16="http://schemas.microsoft.com/office/drawing/2014/main" id="{F457FFD5-CA7B-EBE9-D7ED-E2B35E37E5D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579" r="6009"/>
          <a:stretch>
            <a:fillRect/>
          </a:stretch>
        </p:blipFill>
        <p:spPr>
          <a:xfrm>
            <a:off x="4501760" y="2776308"/>
            <a:ext cx="1883664" cy="1272413"/>
          </a:xfrm>
          <a:prstGeom prst="rect">
            <a:avLst/>
          </a:prstGeom>
        </p:spPr>
      </p:pic>
      <p:pic>
        <p:nvPicPr>
          <p:cNvPr id="25" name="Picture 24" descr="A blue graph with black numbers&#10;&#10;AI-generated content may be incorrect.">
            <a:extLst>
              <a:ext uri="{FF2B5EF4-FFF2-40B4-BE49-F238E27FC236}">
                <a16:creationId xmlns:a16="http://schemas.microsoft.com/office/drawing/2014/main" id="{3E570928-7AF3-0C0B-EF03-E77F9A23563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438" r="5150"/>
          <a:stretch>
            <a:fillRect/>
          </a:stretch>
        </p:blipFill>
        <p:spPr>
          <a:xfrm>
            <a:off x="2599674" y="2776308"/>
            <a:ext cx="1883664" cy="1272413"/>
          </a:xfrm>
          <a:prstGeom prst="rect">
            <a:avLst/>
          </a:prstGeom>
        </p:spPr>
      </p:pic>
      <p:pic>
        <p:nvPicPr>
          <p:cNvPr id="27" name="Picture 26" descr="A graph with numbers and a square&#10;&#10;AI-generated content may be incorrect.">
            <a:extLst>
              <a:ext uri="{FF2B5EF4-FFF2-40B4-BE49-F238E27FC236}">
                <a16:creationId xmlns:a16="http://schemas.microsoft.com/office/drawing/2014/main" id="{FC06DFB3-A263-6913-739C-EE1B9E2DB54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579" r="6009"/>
          <a:stretch>
            <a:fillRect/>
          </a:stretch>
        </p:blipFill>
        <p:spPr>
          <a:xfrm>
            <a:off x="697588" y="3948908"/>
            <a:ext cx="1883664" cy="1272413"/>
          </a:xfrm>
          <a:prstGeom prst="rect">
            <a:avLst/>
          </a:prstGeom>
        </p:spPr>
      </p:pic>
      <p:pic>
        <p:nvPicPr>
          <p:cNvPr id="29" name="Picture 28" descr="A blue graph with numbers&#10;&#10;AI-generated content may be incorrect.">
            <a:extLst>
              <a:ext uri="{FF2B5EF4-FFF2-40B4-BE49-F238E27FC236}">
                <a16:creationId xmlns:a16="http://schemas.microsoft.com/office/drawing/2014/main" id="{BDD1DBE9-6B7C-0EAC-8E7E-5DDA46E2A5B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009" r="5579"/>
          <a:stretch>
            <a:fillRect/>
          </a:stretch>
        </p:blipFill>
        <p:spPr>
          <a:xfrm>
            <a:off x="4501760" y="3948908"/>
            <a:ext cx="1883664" cy="1272413"/>
          </a:xfrm>
          <a:prstGeom prst="rect">
            <a:avLst/>
          </a:prstGeom>
        </p:spPr>
      </p:pic>
      <p:pic>
        <p:nvPicPr>
          <p:cNvPr id="31" name="Picture 30" descr="A blue graph with black numbers&#10;&#10;AI-generated content may be incorrect.">
            <a:extLst>
              <a:ext uri="{FF2B5EF4-FFF2-40B4-BE49-F238E27FC236}">
                <a16:creationId xmlns:a16="http://schemas.microsoft.com/office/drawing/2014/main" id="{983CEAD6-98CF-BADD-BD11-F4B65D6531D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6008" r="5580"/>
          <a:stretch>
            <a:fillRect/>
          </a:stretch>
        </p:blipFill>
        <p:spPr>
          <a:xfrm>
            <a:off x="2599674" y="3948908"/>
            <a:ext cx="1883664" cy="127241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34AB377-4F7F-AD8F-78EA-7A1D132FE2DF}"/>
              </a:ext>
            </a:extLst>
          </p:cNvPr>
          <p:cNvSpPr txBox="1"/>
          <p:nvPr/>
        </p:nvSpPr>
        <p:spPr>
          <a:xfrm rot="16200000">
            <a:off x="-841511" y="3879444"/>
            <a:ext cx="2029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Replication cohort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9AC0AD-7C67-785A-7F9A-099FB21080E5}"/>
              </a:ext>
            </a:extLst>
          </p:cNvPr>
          <p:cNvSpPr txBox="1"/>
          <p:nvPr/>
        </p:nvSpPr>
        <p:spPr>
          <a:xfrm rot="16200000">
            <a:off x="237610" y="4311353"/>
            <a:ext cx="451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DA8624-CCFD-1AE5-CC11-1A8253DAEFDD}"/>
              </a:ext>
            </a:extLst>
          </p:cNvPr>
          <p:cNvSpPr txBox="1"/>
          <p:nvPr/>
        </p:nvSpPr>
        <p:spPr>
          <a:xfrm rot="16200000">
            <a:off x="237610" y="816514"/>
            <a:ext cx="451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B93E19-47D2-A725-DE2A-C63EBA323CA7}"/>
              </a:ext>
            </a:extLst>
          </p:cNvPr>
          <p:cNvSpPr txBox="1"/>
          <p:nvPr/>
        </p:nvSpPr>
        <p:spPr>
          <a:xfrm rot="16200000">
            <a:off x="318046" y="1989114"/>
            <a:ext cx="451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9FC582-B1EB-68B8-DCE1-CBF7CDF79A3C}"/>
              </a:ext>
            </a:extLst>
          </p:cNvPr>
          <p:cNvSpPr txBox="1"/>
          <p:nvPr/>
        </p:nvSpPr>
        <p:spPr>
          <a:xfrm>
            <a:off x="947031" y="143827"/>
            <a:ext cx="1883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Frequency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D7E56C-0F6E-EEB9-5421-8BB44C9D164A}"/>
              </a:ext>
            </a:extLst>
          </p:cNvPr>
          <p:cNvSpPr txBox="1"/>
          <p:nvPr/>
        </p:nvSpPr>
        <p:spPr>
          <a:xfrm>
            <a:off x="4601431" y="-32590"/>
            <a:ext cx="1883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Frequency</a:t>
            </a:r>
            <a:br>
              <a:rPr lang="en-US" sz="1600" dirty="0"/>
            </a:br>
            <a:r>
              <a:rPr lang="en-US" sz="1600" dirty="0"/>
              <a:t>(capped at 2000)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B32BD8-941F-E460-178E-E750318A938D}"/>
              </a:ext>
            </a:extLst>
          </p:cNvPr>
          <p:cNvSpPr txBox="1"/>
          <p:nvPr/>
        </p:nvSpPr>
        <p:spPr>
          <a:xfrm>
            <a:off x="1284852" y="5121587"/>
            <a:ext cx="1208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Purity level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5945FC-B3AF-1BE5-72D1-22972FF64467}"/>
              </a:ext>
            </a:extLst>
          </p:cNvPr>
          <p:cNvSpPr txBox="1"/>
          <p:nvPr/>
        </p:nvSpPr>
        <p:spPr>
          <a:xfrm>
            <a:off x="4939252" y="5121587"/>
            <a:ext cx="1208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Purity level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CB1A6F-1D71-3B42-172E-735A52B90A8A}"/>
              </a:ext>
            </a:extLst>
          </p:cNvPr>
          <p:cNvSpPr txBox="1"/>
          <p:nvPr/>
        </p:nvSpPr>
        <p:spPr>
          <a:xfrm>
            <a:off x="2983967" y="5121587"/>
            <a:ext cx="1208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Purity level</a:t>
            </a:r>
          </a:p>
        </p:txBody>
      </p:sp>
    </p:spTree>
    <p:extLst>
      <p:ext uri="{BB962C8B-B14F-4D97-AF65-F5344CB8AC3E}">
        <p14:creationId xmlns:p14="http://schemas.microsoft.com/office/powerpoint/2010/main" val="3203802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</TotalTime>
  <Words>27</Words>
  <Application>Microsoft Macintosh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 Yin Siu</dc:creator>
  <cp:lastModifiedBy>Chun Yin Siu</cp:lastModifiedBy>
  <cp:revision>1</cp:revision>
  <dcterms:created xsi:type="dcterms:W3CDTF">2026-03-09T22:51:53Z</dcterms:created>
  <dcterms:modified xsi:type="dcterms:W3CDTF">2026-09-18T23:48:11Z</dcterms:modified>
</cp:coreProperties>
</file>