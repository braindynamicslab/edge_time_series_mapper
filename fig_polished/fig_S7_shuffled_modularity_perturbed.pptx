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68" r:id="rId2"/>
  </p:sldIdLst>
  <p:sldSz cx="14017625" cy="11887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C9DEEB"/>
    <a:srgbClr val="D07A64"/>
    <a:srgbClr val="DA9F5A"/>
    <a:srgbClr val="6F9DEE"/>
    <a:srgbClr val="F3DE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15"/>
    <p:restoredTop sz="94589"/>
  </p:normalViewPr>
  <p:slideViewPr>
    <p:cSldViewPr snapToGrid="0">
      <p:cViewPr>
        <p:scale>
          <a:sx n="70" d="100"/>
          <a:sy n="70" d="100"/>
        </p:scale>
        <p:origin x="120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322" y="1945429"/>
            <a:ext cx="11914981" cy="4138507"/>
          </a:xfrm>
        </p:spPr>
        <p:txBody>
          <a:bodyPr anchor="b"/>
          <a:lstStyle>
            <a:lvl1pPr algn="ctr">
              <a:defRPr sz="9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2203" y="6243533"/>
            <a:ext cx="10513219" cy="2869987"/>
          </a:xfrm>
        </p:spPr>
        <p:txBody>
          <a:bodyPr/>
          <a:lstStyle>
            <a:lvl1pPr marL="0" indent="0" algn="ctr">
              <a:buNone/>
              <a:defRPr sz="3679"/>
            </a:lvl1pPr>
            <a:lvl2pPr marL="700888" indent="0" algn="ctr">
              <a:buNone/>
              <a:defRPr sz="3066"/>
            </a:lvl2pPr>
            <a:lvl3pPr marL="1401775" indent="0" algn="ctr">
              <a:buNone/>
              <a:defRPr sz="2759"/>
            </a:lvl3pPr>
            <a:lvl4pPr marL="2102663" indent="0" algn="ctr">
              <a:buNone/>
              <a:defRPr sz="2453"/>
            </a:lvl4pPr>
            <a:lvl5pPr marL="2803550" indent="0" algn="ctr">
              <a:buNone/>
              <a:defRPr sz="2453"/>
            </a:lvl5pPr>
            <a:lvl6pPr marL="3504438" indent="0" algn="ctr">
              <a:buNone/>
              <a:defRPr sz="2453"/>
            </a:lvl6pPr>
            <a:lvl7pPr marL="4205326" indent="0" algn="ctr">
              <a:buNone/>
              <a:defRPr sz="2453"/>
            </a:lvl7pPr>
            <a:lvl8pPr marL="4906213" indent="0" algn="ctr">
              <a:buNone/>
              <a:defRPr sz="2453"/>
            </a:lvl8pPr>
            <a:lvl9pPr marL="5607101" indent="0" algn="ctr">
              <a:buNone/>
              <a:defRPr sz="24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96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51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411" y="2963549"/>
            <a:ext cx="12090202" cy="4944744"/>
          </a:xfrm>
        </p:spPr>
        <p:txBody>
          <a:bodyPr anchor="b"/>
          <a:lstStyle>
            <a:lvl1pPr>
              <a:defRPr sz="9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411" y="7955072"/>
            <a:ext cx="12090202" cy="2600324"/>
          </a:xfrm>
        </p:spPr>
        <p:txBody>
          <a:bodyPr/>
          <a:lstStyle>
            <a:lvl1pPr marL="0" indent="0">
              <a:buNone/>
              <a:defRPr sz="3679">
                <a:solidFill>
                  <a:schemeClr val="tx1">
                    <a:tint val="82000"/>
                  </a:schemeClr>
                </a:solidFill>
              </a:defRPr>
            </a:lvl1pPr>
            <a:lvl2pPr marL="700888" indent="0">
              <a:buNone/>
              <a:defRPr sz="3066">
                <a:solidFill>
                  <a:schemeClr val="tx1">
                    <a:tint val="82000"/>
                  </a:schemeClr>
                </a:solidFill>
              </a:defRPr>
            </a:lvl2pPr>
            <a:lvl3pPr marL="1401775" indent="0">
              <a:buNone/>
              <a:defRPr sz="2759">
                <a:solidFill>
                  <a:schemeClr val="tx1">
                    <a:tint val="82000"/>
                  </a:schemeClr>
                </a:solidFill>
              </a:defRPr>
            </a:lvl3pPr>
            <a:lvl4pPr marL="2102663" indent="0">
              <a:buNone/>
              <a:defRPr sz="2453">
                <a:solidFill>
                  <a:schemeClr val="tx1">
                    <a:tint val="82000"/>
                  </a:schemeClr>
                </a:solidFill>
              </a:defRPr>
            </a:lvl4pPr>
            <a:lvl5pPr marL="2803550" indent="0">
              <a:buNone/>
              <a:defRPr sz="2453">
                <a:solidFill>
                  <a:schemeClr val="tx1">
                    <a:tint val="82000"/>
                  </a:schemeClr>
                </a:solidFill>
              </a:defRPr>
            </a:lvl5pPr>
            <a:lvl6pPr marL="3504438" indent="0">
              <a:buNone/>
              <a:defRPr sz="2453">
                <a:solidFill>
                  <a:schemeClr val="tx1">
                    <a:tint val="82000"/>
                  </a:schemeClr>
                </a:solidFill>
              </a:defRPr>
            </a:lvl6pPr>
            <a:lvl7pPr marL="4205326" indent="0">
              <a:buNone/>
              <a:defRPr sz="2453">
                <a:solidFill>
                  <a:schemeClr val="tx1">
                    <a:tint val="82000"/>
                  </a:schemeClr>
                </a:solidFill>
              </a:defRPr>
            </a:lvl7pPr>
            <a:lvl8pPr marL="4906213" indent="0">
              <a:buNone/>
              <a:defRPr sz="2453">
                <a:solidFill>
                  <a:schemeClr val="tx1">
                    <a:tint val="82000"/>
                  </a:schemeClr>
                </a:solidFill>
              </a:defRPr>
            </a:lvl8pPr>
            <a:lvl9pPr marL="5607101" indent="0">
              <a:buNone/>
              <a:defRPr sz="245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4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3712" y="3164417"/>
            <a:ext cx="5957491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96422" y="3164417"/>
            <a:ext cx="5957491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139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537" y="632886"/>
            <a:ext cx="12090202" cy="22976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5539" y="2914016"/>
            <a:ext cx="5930111" cy="1428114"/>
          </a:xfrm>
        </p:spPr>
        <p:txBody>
          <a:bodyPr anchor="b"/>
          <a:lstStyle>
            <a:lvl1pPr marL="0" indent="0">
              <a:buNone/>
              <a:defRPr sz="3679" b="1"/>
            </a:lvl1pPr>
            <a:lvl2pPr marL="700888" indent="0">
              <a:buNone/>
              <a:defRPr sz="3066" b="1"/>
            </a:lvl2pPr>
            <a:lvl3pPr marL="1401775" indent="0">
              <a:buNone/>
              <a:defRPr sz="2759" b="1"/>
            </a:lvl3pPr>
            <a:lvl4pPr marL="2102663" indent="0">
              <a:buNone/>
              <a:defRPr sz="2453" b="1"/>
            </a:lvl4pPr>
            <a:lvl5pPr marL="2803550" indent="0">
              <a:buNone/>
              <a:defRPr sz="2453" b="1"/>
            </a:lvl5pPr>
            <a:lvl6pPr marL="3504438" indent="0">
              <a:buNone/>
              <a:defRPr sz="2453" b="1"/>
            </a:lvl6pPr>
            <a:lvl7pPr marL="4205326" indent="0">
              <a:buNone/>
              <a:defRPr sz="2453" b="1"/>
            </a:lvl7pPr>
            <a:lvl8pPr marL="4906213" indent="0">
              <a:buNone/>
              <a:defRPr sz="2453" b="1"/>
            </a:lvl8pPr>
            <a:lvl9pPr marL="5607101" indent="0">
              <a:buNone/>
              <a:defRPr sz="24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5539" y="4342130"/>
            <a:ext cx="5930111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96424" y="2914016"/>
            <a:ext cx="5959316" cy="1428114"/>
          </a:xfrm>
        </p:spPr>
        <p:txBody>
          <a:bodyPr anchor="b"/>
          <a:lstStyle>
            <a:lvl1pPr marL="0" indent="0">
              <a:buNone/>
              <a:defRPr sz="3679" b="1"/>
            </a:lvl1pPr>
            <a:lvl2pPr marL="700888" indent="0">
              <a:buNone/>
              <a:defRPr sz="3066" b="1"/>
            </a:lvl2pPr>
            <a:lvl3pPr marL="1401775" indent="0">
              <a:buNone/>
              <a:defRPr sz="2759" b="1"/>
            </a:lvl3pPr>
            <a:lvl4pPr marL="2102663" indent="0">
              <a:buNone/>
              <a:defRPr sz="2453" b="1"/>
            </a:lvl4pPr>
            <a:lvl5pPr marL="2803550" indent="0">
              <a:buNone/>
              <a:defRPr sz="2453" b="1"/>
            </a:lvl5pPr>
            <a:lvl6pPr marL="3504438" indent="0">
              <a:buNone/>
              <a:defRPr sz="2453" b="1"/>
            </a:lvl6pPr>
            <a:lvl7pPr marL="4205326" indent="0">
              <a:buNone/>
              <a:defRPr sz="2453" b="1"/>
            </a:lvl7pPr>
            <a:lvl8pPr marL="4906213" indent="0">
              <a:buNone/>
              <a:defRPr sz="2453" b="1"/>
            </a:lvl8pPr>
            <a:lvl9pPr marL="5607101" indent="0">
              <a:buNone/>
              <a:defRPr sz="24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96424" y="4342130"/>
            <a:ext cx="5959316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85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158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010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537" y="792480"/>
            <a:ext cx="4521049" cy="2773680"/>
          </a:xfrm>
        </p:spPr>
        <p:txBody>
          <a:bodyPr anchor="b"/>
          <a:lstStyle>
            <a:lvl1pPr>
              <a:defRPr sz="49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9316" y="1711539"/>
            <a:ext cx="7096423" cy="8447617"/>
          </a:xfrm>
        </p:spPr>
        <p:txBody>
          <a:bodyPr/>
          <a:lstStyle>
            <a:lvl1pPr>
              <a:defRPr sz="4906"/>
            </a:lvl1pPr>
            <a:lvl2pPr>
              <a:defRPr sz="4292"/>
            </a:lvl2pPr>
            <a:lvl3pPr>
              <a:defRPr sz="3679"/>
            </a:lvl3pPr>
            <a:lvl4pPr>
              <a:defRPr sz="3066"/>
            </a:lvl4pPr>
            <a:lvl5pPr>
              <a:defRPr sz="3066"/>
            </a:lvl5pPr>
            <a:lvl6pPr>
              <a:defRPr sz="3066"/>
            </a:lvl6pPr>
            <a:lvl7pPr>
              <a:defRPr sz="3066"/>
            </a:lvl7pPr>
            <a:lvl8pPr>
              <a:defRPr sz="3066"/>
            </a:lvl8pPr>
            <a:lvl9pPr>
              <a:defRPr sz="30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5537" y="3566160"/>
            <a:ext cx="4521049" cy="6606753"/>
          </a:xfrm>
        </p:spPr>
        <p:txBody>
          <a:bodyPr/>
          <a:lstStyle>
            <a:lvl1pPr marL="0" indent="0">
              <a:buNone/>
              <a:defRPr sz="2453"/>
            </a:lvl1pPr>
            <a:lvl2pPr marL="700888" indent="0">
              <a:buNone/>
              <a:defRPr sz="2146"/>
            </a:lvl2pPr>
            <a:lvl3pPr marL="1401775" indent="0">
              <a:buNone/>
              <a:defRPr sz="1840"/>
            </a:lvl3pPr>
            <a:lvl4pPr marL="2102663" indent="0">
              <a:buNone/>
              <a:defRPr sz="1533"/>
            </a:lvl4pPr>
            <a:lvl5pPr marL="2803550" indent="0">
              <a:buNone/>
              <a:defRPr sz="1533"/>
            </a:lvl5pPr>
            <a:lvl6pPr marL="3504438" indent="0">
              <a:buNone/>
              <a:defRPr sz="1533"/>
            </a:lvl6pPr>
            <a:lvl7pPr marL="4205326" indent="0">
              <a:buNone/>
              <a:defRPr sz="1533"/>
            </a:lvl7pPr>
            <a:lvl8pPr marL="4906213" indent="0">
              <a:buNone/>
              <a:defRPr sz="1533"/>
            </a:lvl8pPr>
            <a:lvl9pPr marL="5607101" indent="0">
              <a:buNone/>
              <a:defRPr sz="1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561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537" y="792480"/>
            <a:ext cx="4521049" cy="2773680"/>
          </a:xfrm>
        </p:spPr>
        <p:txBody>
          <a:bodyPr anchor="b"/>
          <a:lstStyle>
            <a:lvl1pPr>
              <a:defRPr sz="49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59316" y="1711539"/>
            <a:ext cx="7096423" cy="8447617"/>
          </a:xfrm>
        </p:spPr>
        <p:txBody>
          <a:bodyPr anchor="t"/>
          <a:lstStyle>
            <a:lvl1pPr marL="0" indent="0">
              <a:buNone/>
              <a:defRPr sz="4906"/>
            </a:lvl1pPr>
            <a:lvl2pPr marL="700888" indent="0">
              <a:buNone/>
              <a:defRPr sz="4292"/>
            </a:lvl2pPr>
            <a:lvl3pPr marL="1401775" indent="0">
              <a:buNone/>
              <a:defRPr sz="3679"/>
            </a:lvl3pPr>
            <a:lvl4pPr marL="2102663" indent="0">
              <a:buNone/>
              <a:defRPr sz="3066"/>
            </a:lvl4pPr>
            <a:lvl5pPr marL="2803550" indent="0">
              <a:buNone/>
              <a:defRPr sz="3066"/>
            </a:lvl5pPr>
            <a:lvl6pPr marL="3504438" indent="0">
              <a:buNone/>
              <a:defRPr sz="3066"/>
            </a:lvl6pPr>
            <a:lvl7pPr marL="4205326" indent="0">
              <a:buNone/>
              <a:defRPr sz="3066"/>
            </a:lvl7pPr>
            <a:lvl8pPr marL="4906213" indent="0">
              <a:buNone/>
              <a:defRPr sz="3066"/>
            </a:lvl8pPr>
            <a:lvl9pPr marL="5607101" indent="0">
              <a:buNone/>
              <a:defRPr sz="306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5537" y="3566160"/>
            <a:ext cx="4521049" cy="6606753"/>
          </a:xfrm>
        </p:spPr>
        <p:txBody>
          <a:bodyPr/>
          <a:lstStyle>
            <a:lvl1pPr marL="0" indent="0">
              <a:buNone/>
              <a:defRPr sz="2453"/>
            </a:lvl1pPr>
            <a:lvl2pPr marL="700888" indent="0">
              <a:buNone/>
              <a:defRPr sz="2146"/>
            </a:lvl2pPr>
            <a:lvl3pPr marL="1401775" indent="0">
              <a:buNone/>
              <a:defRPr sz="1840"/>
            </a:lvl3pPr>
            <a:lvl4pPr marL="2102663" indent="0">
              <a:buNone/>
              <a:defRPr sz="1533"/>
            </a:lvl4pPr>
            <a:lvl5pPr marL="2803550" indent="0">
              <a:buNone/>
              <a:defRPr sz="1533"/>
            </a:lvl5pPr>
            <a:lvl6pPr marL="3504438" indent="0">
              <a:buNone/>
              <a:defRPr sz="1533"/>
            </a:lvl6pPr>
            <a:lvl7pPr marL="4205326" indent="0">
              <a:buNone/>
              <a:defRPr sz="1533"/>
            </a:lvl7pPr>
            <a:lvl8pPr marL="4906213" indent="0">
              <a:buNone/>
              <a:defRPr sz="1533"/>
            </a:lvl8pPr>
            <a:lvl9pPr marL="5607101" indent="0">
              <a:buNone/>
              <a:defRPr sz="1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825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584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31364" y="632883"/>
            <a:ext cx="3022550" cy="100738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3712" y="632883"/>
            <a:ext cx="8892431" cy="10073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28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3712" y="632886"/>
            <a:ext cx="12090202" cy="2297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712" y="3164417"/>
            <a:ext cx="12090202" cy="754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3712" y="11017676"/>
            <a:ext cx="3153966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3339" y="11017676"/>
            <a:ext cx="4730948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9947" y="11017676"/>
            <a:ext cx="3153966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71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401775" rtl="0" eaLnBrk="1" latinLnBrk="0" hangingPunct="1">
        <a:lnSpc>
          <a:spcPct val="90000"/>
        </a:lnSpc>
        <a:spcBef>
          <a:spcPct val="0"/>
        </a:spcBef>
        <a:buNone/>
        <a:defRPr sz="67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0444" indent="-350444" algn="l" defTabSz="1401775" rtl="0" eaLnBrk="1" latinLnBrk="0" hangingPunct="1">
        <a:lnSpc>
          <a:spcPct val="90000"/>
        </a:lnSpc>
        <a:spcBef>
          <a:spcPts val="1533"/>
        </a:spcBef>
        <a:buFont typeface="Arial" panose="020B0604020202020204" pitchFamily="34" charset="0"/>
        <a:buChar char="•"/>
        <a:defRPr sz="4292" kern="1200">
          <a:solidFill>
            <a:schemeClr val="tx1"/>
          </a:solidFill>
          <a:latin typeface="+mn-lt"/>
          <a:ea typeface="+mn-ea"/>
          <a:cs typeface="+mn-cs"/>
        </a:defRPr>
      </a:lvl1pPr>
      <a:lvl2pPr marL="1051331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3679" kern="1200">
          <a:solidFill>
            <a:schemeClr val="tx1"/>
          </a:solidFill>
          <a:latin typeface="+mn-lt"/>
          <a:ea typeface="+mn-ea"/>
          <a:cs typeface="+mn-cs"/>
        </a:defRPr>
      </a:lvl2pPr>
      <a:lvl3pPr marL="1752219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3066" kern="1200">
          <a:solidFill>
            <a:schemeClr val="tx1"/>
          </a:solidFill>
          <a:latin typeface="+mn-lt"/>
          <a:ea typeface="+mn-ea"/>
          <a:cs typeface="+mn-cs"/>
        </a:defRPr>
      </a:lvl3pPr>
      <a:lvl4pPr marL="2453107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59" kern="1200">
          <a:solidFill>
            <a:schemeClr val="tx1"/>
          </a:solidFill>
          <a:latin typeface="+mn-lt"/>
          <a:ea typeface="+mn-ea"/>
          <a:cs typeface="+mn-cs"/>
        </a:defRPr>
      </a:lvl4pPr>
      <a:lvl5pPr marL="3153994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59" kern="1200">
          <a:solidFill>
            <a:schemeClr val="tx1"/>
          </a:solidFill>
          <a:latin typeface="+mn-lt"/>
          <a:ea typeface="+mn-ea"/>
          <a:cs typeface="+mn-cs"/>
        </a:defRPr>
      </a:lvl5pPr>
      <a:lvl6pPr marL="3854882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59" kern="1200">
          <a:solidFill>
            <a:schemeClr val="tx1"/>
          </a:solidFill>
          <a:latin typeface="+mn-lt"/>
          <a:ea typeface="+mn-ea"/>
          <a:cs typeface="+mn-cs"/>
        </a:defRPr>
      </a:lvl6pPr>
      <a:lvl7pPr marL="4555769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59" kern="1200">
          <a:solidFill>
            <a:schemeClr val="tx1"/>
          </a:solidFill>
          <a:latin typeface="+mn-lt"/>
          <a:ea typeface="+mn-ea"/>
          <a:cs typeface="+mn-cs"/>
        </a:defRPr>
      </a:lvl7pPr>
      <a:lvl8pPr marL="5256657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59" kern="1200">
          <a:solidFill>
            <a:schemeClr val="tx1"/>
          </a:solidFill>
          <a:latin typeface="+mn-lt"/>
          <a:ea typeface="+mn-ea"/>
          <a:cs typeface="+mn-cs"/>
        </a:defRPr>
      </a:lvl8pPr>
      <a:lvl9pPr marL="5957545" indent="-350444" algn="l" defTabSz="1401775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7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1pPr>
      <a:lvl2pPr marL="700888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2pPr>
      <a:lvl3pPr marL="1401775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3pPr>
      <a:lvl4pPr marL="2102663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4pPr>
      <a:lvl5pPr marL="2803550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5pPr>
      <a:lvl6pPr marL="3504438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6pPr>
      <a:lvl7pPr marL="4205326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7pPr>
      <a:lvl8pPr marL="4906213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8pPr>
      <a:lvl9pPr marL="5607101" algn="l" defTabSz="1401775" rtl="0" eaLnBrk="1" latinLnBrk="0" hangingPunct="1">
        <a:defRPr sz="27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9984E3D9-211A-E568-970B-0C7C49DBA8B8}"/>
              </a:ext>
            </a:extLst>
          </p:cNvPr>
          <p:cNvSpPr txBox="1"/>
          <p:nvPr/>
        </p:nvSpPr>
        <p:spPr>
          <a:xfrm>
            <a:off x="5361825" y="88311"/>
            <a:ext cx="3293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Peak Density Threshold = 0.80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3D8A2B4-4640-0B57-77DF-0C3C6CF14789}"/>
              </a:ext>
            </a:extLst>
          </p:cNvPr>
          <p:cNvSpPr txBox="1"/>
          <p:nvPr/>
        </p:nvSpPr>
        <p:spPr>
          <a:xfrm rot="16200000">
            <a:off x="-928889" y="7330165"/>
            <a:ext cx="21716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Exploration Cohort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027B914-E57C-D8DF-8F91-FA113F65776F}"/>
              </a:ext>
            </a:extLst>
          </p:cNvPr>
          <p:cNvSpPr txBox="1"/>
          <p:nvPr/>
        </p:nvSpPr>
        <p:spPr>
          <a:xfrm rot="16200000">
            <a:off x="-351075" y="7330164"/>
            <a:ext cx="156485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Quality of Modularity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DDAA259-4BEB-D0C8-3C2C-501245C1CEC3}"/>
              </a:ext>
            </a:extLst>
          </p:cNvPr>
          <p:cNvSpPr txBox="1"/>
          <p:nvPr/>
        </p:nvSpPr>
        <p:spPr>
          <a:xfrm rot="16200000">
            <a:off x="-947328" y="10266056"/>
            <a:ext cx="2171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Replication Cohort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CB888A1-A17D-DBD4-C20E-E471AF241A6A}"/>
              </a:ext>
            </a:extLst>
          </p:cNvPr>
          <p:cNvSpPr txBox="1"/>
          <p:nvPr/>
        </p:nvSpPr>
        <p:spPr>
          <a:xfrm>
            <a:off x="5361825" y="6282776"/>
            <a:ext cx="3293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Peak Density Threshold = 0.95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55B4D54-52D4-E60C-8785-0772345F9FC9}"/>
              </a:ext>
            </a:extLst>
          </p:cNvPr>
          <p:cNvSpPr txBox="1"/>
          <p:nvPr/>
        </p:nvSpPr>
        <p:spPr>
          <a:xfrm>
            <a:off x="534016" y="3266759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f.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3685549-5A42-F70D-EF44-9FD0F8B9E092}"/>
              </a:ext>
            </a:extLst>
          </p:cNvPr>
          <p:cNvSpPr txBox="1"/>
          <p:nvPr/>
        </p:nvSpPr>
        <p:spPr>
          <a:xfrm>
            <a:off x="3141471" y="3266759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g.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DF15619-26C0-10A8-260C-FF0E4D2BFD0B}"/>
              </a:ext>
            </a:extLst>
          </p:cNvPr>
          <p:cNvSpPr txBox="1"/>
          <p:nvPr/>
        </p:nvSpPr>
        <p:spPr>
          <a:xfrm>
            <a:off x="5630878" y="3266759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h.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34FDF24-7EF8-30F5-341F-31CBE7C53D94}"/>
              </a:ext>
            </a:extLst>
          </p:cNvPr>
          <p:cNvSpPr txBox="1"/>
          <p:nvPr/>
        </p:nvSpPr>
        <p:spPr>
          <a:xfrm>
            <a:off x="8591380" y="3266759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Helvetica" pitchFamily="2" charset="0"/>
              </a:rPr>
              <a:t>i</a:t>
            </a:r>
            <a:r>
              <a:rPr lang="en-US" sz="1200" b="1" dirty="0">
                <a:latin typeface="Helvetica" pitchFamily="2" charset="0"/>
              </a:rPr>
              <a:t>.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ABB43D1-28DD-D32E-EFAA-293DA5C636A1}"/>
              </a:ext>
            </a:extLst>
          </p:cNvPr>
          <p:cNvSpPr txBox="1"/>
          <p:nvPr/>
        </p:nvSpPr>
        <p:spPr>
          <a:xfrm>
            <a:off x="11408352" y="3266759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j.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F6CE45C-B965-A2DF-4D43-8A9144AC3512}"/>
              </a:ext>
            </a:extLst>
          </p:cNvPr>
          <p:cNvSpPr txBox="1"/>
          <p:nvPr/>
        </p:nvSpPr>
        <p:spPr>
          <a:xfrm>
            <a:off x="569852" y="6528739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k.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CEF65F3-85A3-11DB-4F4A-E26B9DBCA95D}"/>
              </a:ext>
            </a:extLst>
          </p:cNvPr>
          <p:cNvSpPr txBox="1"/>
          <p:nvPr/>
        </p:nvSpPr>
        <p:spPr>
          <a:xfrm>
            <a:off x="3169370" y="6528739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l.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14BFA0A-E5D2-213B-203A-5A3EDAE52267}"/>
              </a:ext>
            </a:extLst>
          </p:cNvPr>
          <p:cNvSpPr txBox="1"/>
          <p:nvPr/>
        </p:nvSpPr>
        <p:spPr>
          <a:xfrm>
            <a:off x="5630878" y="6528739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m.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ED2B2AD-1AC7-E7A3-77A1-1A34BA25E8DF}"/>
              </a:ext>
            </a:extLst>
          </p:cNvPr>
          <p:cNvSpPr txBox="1"/>
          <p:nvPr/>
        </p:nvSpPr>
        <p:spPr>
          <a:xfrm>
            <a:off x="8957902" y="6528739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n.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5556DBC-A9F0-DA58-0DA8-95E4FE662F22}"/>
              </a:ext>
            </a:extLst>
          </p:cNvPr>
          <p:cNvSpPr txBox="1"/>
          <p:nvPr/>
        </p:nvSpPr>
        <p:spPr>
          <a:xfrm>
            <a:off x="11699572" y="6528739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o.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2C9458A-A583-A4E4-E541-839C75D21FEA}"/>
              </a:ext>
            </a:extLst>
          </p:cNvPr>
          <p:cNvSpPr txBox="1"/>
          <p:nvPr/>
        </p:nvSpPr>
        <p:spPr>
          <a:xfrm>
            <a:off x="598125" y="9180229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p.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AAD3303-404B-1407-7F19-28A6C1460A5B}"/>
              </a:ext>
            </a:extLst>
          </p:cNvPr>
          <p:cNvSpPr txBox="1"/>
          <p:nvPr/>
        </p:nvSpPr>
        <p:spPr>
          <a:xfrm>
            <a:off x="3240746" y="9180229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q.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EF96195-CDDF-737C-D84F-CBB5550F05AA}"/>
              </a:ext>
            </a:extLst>
          </p:cNvPr>
          <p:cNvSpPr txBox="1"/>
          <p:nvPr/>
        </p:nvSpPr>
        <p:spPr>
          <a:xfrm>
            <a:off x="5611144" y="9180229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r.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7E160D9-CC15-E54C-0263-777B598A80F3}"/>
              </a:ext>
            </a:extLst>
          </p:cNvPr>
          <p:cNvSpPr txBox="1"/>
          <p:nvPr/>
        </p:nvSpPr>
        <p:spPr>
          <a:xfrm>
            <a:off x="8858685" y="9180229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s.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D8788AC-7BBE-2606-9E5C-0B507178D8B6}"/>
              </a:ext>
            </a:extLst>
          </p:cNvPr>
          <p:cNvSpPr txBox="1"/>
          <p:nvPr/>
        </p:nvSpPr>
        <p:spPr>
          <a:xfrm>
            <a:off x="11736343" y="9180229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t.</a:t>
            </a:r>
          </a:p>
        </p:txBody>
      </p:sp>
      <p:pic>
        <p:nvPicPr>
          <p:cNvPr id="3" name="Picture 2" descr="A diagram of a number of blue and black objects&#10;&#10;AI-generated content may be incorrect.">
            <a:extLst>
              <a:ext uri="{FF2B5EF4-FFF2-40B4-BE49-F238E27FC236}">
                <a16:creationId xmlns:a16="http://schemas.microsoft.com/office/drawing/2014/main" id="{A6D6419C-AD03-59C1-BED6-E9396EF1D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092" y="1031976"/>
            <a:ext cx="2909491" cy="2331720"/>
          </a:xfrm>
          <a:prstGeom prst="rect">
            <a:avLst/>
          </a:prstGeom>
        </p:spPr>
      </p:pic>
      <p:pic>
        <p:nvPicPr>
          <p:cNvPr id="5" name="Picture 4" descr="A diagram of a number of individuals&#10;&#10;AI-generated content may be incorrect.">
            <a:extLst>
              <a:ext uri="{FF2B5EF4-FFF2-40B4-BE49-F238E27FC236}">
                <a16:creationId xmlns:a16="http://schemas.microsoft.com/office/drawing/2014/main" id="{EDA971ED-BDA1-8825-27E0-D7BCF82B4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31976"/>
            <a:ext cx="2909491" cy="2331720"/>
          </a:xfrm>
          <a:prstGeom prst="rect">
            <a:avLst/>
          </a:prstGeom>
        </p:spPr>
      </p:pic>
      <p:pic>
        <p:nvPicPr>
          <p:cNvPr id="7" name="Picture 6" descr="A diagram of a number of blue and black objects&#10;&#10;AI-generated content may be incorrect.">
            <a:extLst>
              <a:ext uri="{FF2B5EF4-FFF2-40B4-BE49-F238E27FC236}">
                <a16:creationId xmlns:a16="http://schemas.microsoft.com/office/drawing/2014/main" id="{48EFBD61-3A1D-4E79-91B3-D028BBE50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44" y="1031976"/>
            <a:ext cx="2909491" cy="2331720"/>
          </a:xfrm>
          <a:prstGeom prst="rect">
            <a:avLst/>
          </a:prstGeom>
        </p:spPr>
      </p:pic>
      <p:pic>
        <p:nvPicPr>
          <p:cNvPr id="9" name="Picture 8" descr="A diagram of a number of blue and black objects&#10;&#10;AI-generated content may be incorrect.">
            <a:extLst>
              <a:ext uri="{FF2B5EF4-FFF2-40B4-BE49-F238E27FC236}">
                <a16:creationId xmlns:a16="http://schemas.microsoft.com/office/drawing/2014/main" id="{94F09F9D-17F1-8FBA-4E8C-CADBD89EB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2092" y="3627827"/>
            <a:ext cx="2909491" cy="2331720"/>
          </a:xfrm>
          <a:prstGeom prst="rect">
            <a:avLst/>
          </a:prstGeom>
        </p:spPr>
      </p:pic>
      <p:pic>
        <p:nvPicPr>
          <p:cNvPr id="11" name="Picture 10" descr="A diagram of a number of individuals&#10;&#10;AI-generated content may be incorrect.">
            <a:extLst>
              <a:ext uri="{FF2B5EF4-FFF2-40B4-BE49-F238E27FC236}">
                <a16:creationId xmlns:a16="http://schemas.microsoft.com/office/drawing/2014/main" id="{1269E084-231E-6A29-9BB5-061C385164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627827"/>
            <a:ext cx="2909491" cy="2331720"/>
          </a:xfrm>
          <a:prstGeom prst="rect">
            <a:avLst/>
          </a:prstGeom>
        </p:spPr>
      </p:pic>
      <p:pic>
        <p:nvPicPr>
          <p:cNvPr id="13" name="Picture 12" descr="A diagram of a number of blue and black objects&#10;&#10;AI-generated content may be incorrect.">
            <a:extLst>
              <a:ext uri="{FF2B5EF4-FFF2-40B4-BE49-F238E27FC236}">
                <a16:creationId xmlns:a16="http://schemas.microsoft.com/office/drawing/2014/main" id="{29029CFA-D8D6-A4EF-1319-5200D2D6A1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4144" y="3627827"/>
            <a:ext cx="2909491" cy="2331720"/>
          </a:xfrm>
          <a:prstGeom prst="rect">
            <a:avLst/>
          </a:prstGeom>
        </p:spPr>
      </p:pic>
      <p:pic>
        <p:nvPicPr>
          <p:cNvPr id="15" name="Picture 14" descr="A diagram of a graph&#10;&#10;AI-generated content may be incorrect.">
            <a:extLst>
              <a:ext uri="{FF2B5EF4-FFF2-40B4-BE49-F238E27FC236}">
                <a16:creationId xmlns:a16="http://schemas.microsoft.com/office/drawing/2014/main" id="{97765E7F-94F8-8EA7-84E2-F3E3BD953F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28248" y="1031976"/>
            <a:ext cx="2909491" cy="2331720"/>
          </a:xfrm>
          <a:prstGeom prst="rect">
            <a:avLst/>
          </a:prstGeom>
        </p:spPr>
      </p:pic>
      <p:pic>
        <p:nvPicPr>
          <p:cNvPr id="17" name="Picture 16" descr="A diagram of a graph&#10;&#10;AI-generated content may be incorrect.">
            <a:extLst>
              <a:ext uri="{FF2B5EF4-FFF2-40B4-BE49-F238E27FC236}">
                <a16:creationId xmlns:a16="http://schemas.microsoft.com/office/drawing/2014/main" id="{A4898935-6D4B-2CDE-F4FF-EA86FAF768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28248" y="3627827"/>
            <a:ext cx="2909491" cy="2331720"/>
          </a:xfrm>
          <a:prstGeom prst="rect">
            <a:avLst/>
          </a:prstGeom>
        </p:spPr>
      </p:pic>
      <p:pic>
        <p:nvPicPr>
          <p:cNvPr id="19" name="Picture 18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19C24F70-BA25-0C31-2D63-953DAC6380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1031976"/>
            <a:ext cx="2909491" cy="2331720"/>
          </a:xfrm>
          <a:prstGeom prst="rect">
            <a:avLst/>
          </a:prstGeom>
        </p:spPr>
      </p:pic>
      <p:pic>
        <p:nvPicPr>
          <p:cNvPr id="21" name="Picture 20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563EB704-93BE-3DE2-52FB-AF7E47AD21E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6196" y="3627827"/>
            <a:ext cx="2909491" cy="233172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E224B13-DC0A-6595-5F42-4FF96DE728EC}"/>
              </a:ext>
            </a:extLst>
          </p:cNvPr>
          <p:cNvSpPr txBox="1"/>
          <p:nvPr/>
        </p:nvSpPr>
        <p:spPr>
          <a:xfrm>
            <a:off x="8170458" y="418862"/>
            <a:ext cx="3146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d. Change in the quality of</a:t>
            </a:r>
            <a:br>
              <a:rPr lang="en-US" sz="1200" b="1" dirty="0">
                <a:latin typeface="Helvetica" pitchFamily="2" charset="0"/>
              </a:rPr>
            </a:br>
            <a:r>
              <a:rPr lang="en-US" sz="1200" b="1" dirty="0">
                <a:latin typeface="Helvetica" pitchFamily="2" charset="0"/>
              </a:rPr>
              <a:t>modularity after shuffling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5AE046-ADAB-49DF-EAC3-7E643ADD1271}"/>
              </a:ext>
            </a:extLst>
          </p:cNvPr>
          <p:cNvSpPr txBox="1"/>
          <p:nvPr/>
        </p:nvSpPr>
        <p:spPr>
          <a:xfrm>
            <a:off x="1065912" y="420989"/>
            <a:ext cx="2236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Node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183304-56DB-5059-71D6-4384E206BA8F}"/>
              </a:ext>
            </a:extLst>
          </p:cNvPr>
          <p:cNvSpPr txBox="1"/>
          <p:nvPr/>
        </p:nvSpPr>
        <p:spPr>
          <a:xfrm>
            <a:off x="3400176" y="420989"/>
            <a:ext cx="2279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Edge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05A6E8-F5AF-1F78-C614-4ABA3EA9AB12}"/>
              </a:ext>
            </a:extLst>
          </p:cNvPr>
          <p:cNvSpPr txBox="1"/>
          <p:nvPr/>
        </p:nvSpPr>
        <p:spPr>
          <a:xfrm>
            <a:off x="5774879" y="420989"/>
            <a:ext cx="2279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Triangle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04A85A-3854-58C2-65D9-FA9817BB921D}"/>
              </a:ext>
            </a:extLst>
          </p:cNvPr>
          <p:cNvSpPr txBox="1"/>
          <p:nvPr/>
        </p:nvSpPr>
        <p:spPr>
          <a:xfrm rot="16200000">
            <a:off x="-874270" y="1719422"/>
            <a:ext cx="21716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Exploration Cohort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4C81EC-6FFB-519E-22C9-01C25381AC70}"/>
              </a:ext>
            </a:extLst>
          </p:cNvPr>
          <p:cNvSpPr txBox="1"/>
          <p:nvPr/>
        </p:nvSpPr>
        <p:spPr>
          <a:xfrm rot="16200000">
            <a:off x="-896415" y="4362085"/>
            <a:ext cx="2171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Replication Cohort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82C5BD-6ACA-3A7C-BE4D-722FDC4D9865}"/>
              </a:ext>
            </a:extLst>
          </p:cNvPr>
          <p:cNvSpPr txBox="1"/>
          <p:nvPr/>
        </p:nvSpPr>
        <p:spPr>
          <a:xfrm>
            <a:off x="708591" y="420990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a.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C5986E-C72A-7A6B-6EF0-7BD3D79BA204}"/>
              </a:ext>
            </a:extLst>
          </p:cNvPr>
          <p:cNvSpPr txBox="1"/>
          <p:nvPr/>
        </p:nvSpPr>
        <p:spPr>
          <a:xfrm>
            <a:off x="3242427" y="420990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b.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14DA3B-091C-2DFF-E3AB-24F6A364E5EB}"/>
              </a:ext>
            </a:extLst>
          </p:cNvPr>
          <p:cNvSpPr txBox="1"/>
          <p:nvPr/>
        </p:nvSpPr>
        <p:spPr>
          <a:xfrm>
            <a:off x="5636622" y="406489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c.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B420D7-7577-EB66-1DEE-3D7C1B9FC500}"/>
              </a:ext>
            </a:extLst>
          </p:cNvPr>
          <p:cNvSpPr txBox="1"/>
          <p:nvPr/>
        </p:nvSpPr>
        <p:spPr>
          <a:xfrm>
            <a:off x="11160263" y="420989"/>
            <a:ext cx="2873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e. Within-task closeness centrality of nodes in edge Mapper graphs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946BF9-E74C-7D21-9223-88BE0FD51B4A}"/>
              </a:ext>
            </a:extLst>
          </p:cNvPr>
          <p:cNvSpPr txBox="1"/>
          <p:nvPr/>
        </p:nvSpPr>
        <p:spPr>
          <a:xfrm>
            <a:off x="15563088" y="-2560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4" name="Picture 33" descr="A diagram of a number of blue and black objects&#10;&#10;AI-generated content may be incorrect.">
            <a:extLst>
              <a:ext uri="{FF2B5EF4-FFF2-40B4-BE49-F238E27FC236}">
                <a16:creationId xmlns:a16="http://schemas.microsoft.com/office/drawing/2014/main" id="{F4C33332-73C2-7D99-AD00-F829116069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22092" y="6884095"/>
            <a:ext cx="2909491" cy="2331720"/>
          </a:xfrm>
          <a:prstGeom prst="rect">
            <a:avLst/>
          </a:prstGeom>
        </p:spPr>
      </p:pic>
      <p:pic>
        <p:nvPicPr>
          <p:cNvPr id="36" name="Picture 35" descr="A diagram of a number of objects&#10;&#10;AI-generated content may be incorrect.">
            <a:extLst>
              <a:ext uri="{FF2B5EF4-FFF2-40B4-BE49-F238E27FC236}">
                <a16:creationId xmlns:a16="http://schemas.microsoft.com/office/drawing/2014/main" id="{E7354FF6-C041-C598-79D1-8A1996FF68A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40" y="6884095"/>
            <a:ext cx="2909491" cy="2331720"/>
          </a:xfrm>
          <a:prstGeom prst="rect">
            <a:avLst/>
          </a:prstGeom>
        </p:spPr>
      </p:pic>
      <p:pic>
        <p:nvPicPr>
          <p:cNvPr id="38" name="Picture 37" descr="A diagram of a number of blue and black objects&#10;&#10;AI-generated content may be incorrect.">
            <a:extLst>
              <a:ext uri="{FF2B5EF4-FFF2-40B4-BE49-F238E27FC236}">
                <a16:creationId xmlns:a16="http://schemas.microsoft.com/office/drawing/2014/main" id="{7E1810E0-22CE-F96A-05D4-7D9756A274A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24144" y="6884095"/>
            <a:ext cx="2909491" cy="2331720"/>
          </a:xfrm>
          <a:prstGeom prst="rect">
            <a:avLst/>
          </a:prstGeom>
        </p:spPr>
      </p:pic>
      <p:pic>
        <p:nvPicPr>
          <p:cNvPr id="40" name="Picture 39" descr="A diagram of a number of blue and black objects&#10;&#10;AI-generated content may be incorrect.">
            <a:extLst>
              <a:ext uri="{FF2B5EF4-FFF2-40B4-BE49-F238E27FC236}">
                <a16:creationId xmlns:a16="http://schemas.microsoft.com/office/drawing/2014/main" id="{7F062C8E-2824-EF53-1384-EEBEB7CE38E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22092" y="9555480"/>
            <a:ext cx="2909491" cy="2331720"/>
          </a:xfrm>
          <a:prstGeom prst="rect">
            <a:avLst/>
          </a:prstGeom>
        </p:spPr>
      </p:pic>
      <p:pic>
        <p:nvPicPr>
          <p:cNvPr id="53" name="Picture 52" descr="A diagram of a number of blue and black objects&#10;&#10;AI-generated content may be incorrect.">
            <a:extLst>
              <a:ext uri="{FF2B5EF4-FFF2-40B4-BE49-F238E27FC236}">
                <a16:creationId xmlns:a16="http://schemas.microsoft.com/office/drawing/2014/main" id="{406C602A-1D7C-AD42-B2D9-8D95C2AFD49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0040" y="9555480"/>
            <a:ext cx="2909491" cy="2331720"/>
          </a:xfrm>
          <a:prstGeom prst="rect">
            <a:avLst/>
          </a:prstGeom>
        </p:spPr>
      </p:pic>
      <p:pic>
        <p:nvPicPr>
          <p:cNvPr id="55" name="Picture 54" descr="A diagram of a number of blue and black objects&#10;&#10;AI-generated content may be incorrect.">
            <a:extLst>
              <a:ext uri="{FF2B5EF4-FFF2-40B4-BE49-F238E27FC236}">
                <a16:creationId xmlns:a16="http://schemas.microsoft.com/office/drawing/2014/main" id="{6CF93883-3DF9-D91F-F96A-08E33C55ABA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24144" y="9555480"/>
            <a:ext cx="2909491" cy="2331720"/>
          </a:xfrm>
          <a:prstGeom prst="rect">
            <a:avLst/>
          </a:prstGeom>
        </p:spPr>
      </p:pic>
      <p:pic>
        <p:nvPicPr>
          <p:cNvPr id="57" name="Picture 56" descr="A diagram of a diagram&#10;&#10;AI-generated content may be incorrect.">
            <a:extLst>
              <a:ext uri="{FF2B5EF4-FFF2-40B4-BE49-F238E27FC236}">
                <a16:creationId xmlns:a16="http://schemas.microsoft.com/office/drawing/2014/main" id="{DCB42ECD-58B8-A82F-E42C-703AAE1FABF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26196" y="6884095"/>
            <a:ext cx="2909491" cy="2331720"/>
          </a:xfrm>
          <a:prstGeom prst="rect">
            <a:avLst/>
          </a:prstGeom>
        </p:spPr>
      </p:pic>
      <p:pic>
        <p:nvPicPr>
          <p:cNvPr id="59" name="Picture 58" descr="A diagram of a diagram&#10;&#10;AI-generated content may be incorrect.">
            <a:extLst>
              <a:ext uri="{FF2B5EF4-FFF2-40B4-BE49-F238E27FC236}">
                <a16:creationId xmlns:a16="http://schemas.microsoft.com/office/drawing/2014/main" id="{1FEF0923-9261-ABE3-4558-8091BD83E97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26196" y="9555480"/>
            <a:ext cx="2909491" cy="2331720"/>
          </a:xfrm>
          <a:prstGeom prst="rect">
            <a:avLst/>
          </a:prstGeom>
        </p:spPr>
      </p:pic>
      <p:pic>
        <p:nvPicPr>
          <p:cNvPr id="61" name="Picture 60" descr="A diagram of a graph&#10;&#10;AI-generated content may be incorrect.">
            <a:extLst>
              <a:ext uri="{FF2B5EF4-FFF2-40B4-BE49-F238E27FC236}">
                <a16:creationId xmlns:a16="http://schemas.microsoft.com/office/drawing/2014/main" id="{35BA6D71-B746-8323-9FC6-C48F807CE3D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128248" y="6884095"/>
            <a:ext cx="2909491" cy="2331720"/>
          </a:xfrm>
          <a:prstGeom prst="rect">
            <a:avLst/>
          </a:prstGeom>
        </p:spPr>
      </p:pic>
      <p:pic>
        <p:nvPicPr>
          <p:cNvPr id="66" name="Picture 65" descr="A diagram of a peak-dense structure&#10;&#10;AI-generated content may be incorrect.">
            <a:extLst>
              <a:ext uri="{FF2B5EF4-FFF2-40B4-BE49-F238E27FC236}">
                <a16:creationId xmlns:a16="http://schemas.microsoft.com/office/drawing/2014/main" id="{05C521F5-280E-5702-8E08-C063BF49B3E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128248" y="9555480"/>
            <a:ext cx="2909491" cy="233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851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15499</TotalTime>
  <Words>82</Words>
  <Application>Microsoft Macintosh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Tariq Pirzada</dc:creator>
  <cp:lastModifiedBy>Chun Yin Siu</cp:lastModifiedBy>
  <cp:revision>26</cp:revision>
  <dcterms:created xsi:type="dcterms:W3CDTF">2026-01-26T04:15:52Z</dcterms:created>
  <dcterms:modified xsi:type="dcterms:W3CDTF">2026-04-13T01:33:55Z</dcterms:modified>
</cp:coreProperties>
</file>