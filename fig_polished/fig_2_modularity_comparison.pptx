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103600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F7DC6C"/>
    <a:srgbClr val="EE549F"/>
    <a:srgbClr val="C4DFEB"/>
    <a:srgbClr val="78B6D2"/>
    <a:srgbClr val="609EF3"/>
    <a:srgbClr val="E59B4B"/>
    <a:srgbClr val="DE74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8"/>
    <p:restoredTop sz="94658"/>
  </p:normalViewPr>
  <p:slideViewPr>
    <p:cSldViewPr snapToGrid="0">
      <p:cViewPr varScale="1">
        <p:scale>
          <a:sx n="117" d="100"/>
          <a:sy n="117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002" y="1122363"/>
            <a:ext cx="880602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003" y="3602038"/>
            <a:ext cx="77700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8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4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856" y="1709740"/>
            <a:ext cx="893552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856" y="4589465"/>
            <a:ext cx="893552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83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2252" y="1825625"/>
            <a:ext cx="44030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4762" y="1825625"/>
            <a:ext cx="44030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5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601" y="365126"/>
            <a:ext cx="89355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602" y="1681163"/>
            <a:ext cx="4382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3602" y="2505075"/>
            <a:ext cx="43827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4763" y="1681163"/>
            <a:ext cx="44043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4763" y="2505075"/>
            <a:ext cx="440436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8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3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7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601" y="457200"/>
            <a:ext cx="33413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4360" y="987426"/>
            <a:ext cx="524476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601" y="2057400"/>
            <a:ext cx="33413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601" y="457200"/>
            <a:ext cx="33413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04360" y="987426"/>
            <a:ext cx="524476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601" y="2057400"/>
            <a:ext cx="33413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3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7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13894" y="365125"/>
            <a:ext cx="22338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2252" y="365125"/>
            <a:ext cx="657214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0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2252" y="365126"/>
            <a:ext cx="89355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252" y="1825625"/>
            <a:ext cx="893552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2252" y="6356352"/>
            <a:ext cx="23310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5EE4D-E383-C14F-9A4C-B5A9A33011DE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1759" y="6356352"/>
            <a:ext cx="3496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6767" y="6356352"/>
            <a:ext cx="23310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FD16A-9B5C-9746-8A24-FEDB01D01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7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DB0C-F1CA-E789-9B9C-57C0C3835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C768-0249-9966-6901-B19218761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079" y="457554"/>
            <a:ext cx="3429561" cy="2544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DE8FC3-B748-5D13-0972-86A30DBC6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25" y="456896"/>
            <a:ext cx="2780395" cy="2545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11FEF5-A13A-AF62-7FF1-4D93D0F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595" y="422172"/>
            <a:ext cx="3230371" cy="2538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11C335-2093-0F67-876B-A5DBDDE9B7E2}"/>
              </a:ext>
            </a:extLst>
          </p:cNvPr>
          <p:cNvSpPr txBox="1"/>
          <p:nvPr/>
        </p:nvSpPr>
        <p:spPr>
          <a:xfrm>
            <a:off x="91288" y="44933"/>
            <a:ext cx="258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a.		    </a:t>
            </a:r>
            <a:r>
              <a:rPr lang="en-US" sz="1000" b="1" dirty="0">
                <a:latin typeface="Helvetica" pitchFamily="2" charset="0"/>
              </a:rPr>
              <a:t>Node</a:t>
            </a:r>
            <a:r>
              <a:rPr lang="en-US" sz="1200" b="1" dirty="0">
                <a:latin typeface="Helvetica" pitchFamily="2" charset="0"/>
              </a:rPr>
              <a:t> 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93FDF7-726F-5ED7-D72B-9D6EF4D08D69}"/>
              </a:ext>
            </a:extLst>
          </p:cNvPr>
          <p:cNvSpPr txBox="1"/>
          <p:nvPr/>
        </p:nvSpPr>
        <p:spPr>
          <a:xfrm>
            <a:off x="3516554" y="2181028"/>
            <a:ext cx="1199878" cy="338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1" dirty="0">
              <a:latin typeface="Helvetica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66C902-F893-5548-4D73-C44BE2A4DD11}"/>
              </a:ext>
            </a:extLst>
          </p:cNvPr>
          <p:cNvSpPr txBox="1"/>
          <p:nvPr/>
        </p:nvSpPr>
        <p:spPr>
          <a:xfrm>
            <a:off x="3516554" y="44932"/>
            <a:ext cx="258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b.		   </a:t>
            </a:r>
            <a:r>
              <a:rPr lang="en-US" sz="1000" b="1" dirty="0">
                <a:latin typeface="Helvetica" pitchFamily="2" charset="0"/>
              </a:rPr>
              <a:t>Edge</a:t>
            </a:r>
            <a:r>
              <a:rPr lang="en-US" sz="1200" b="1" dirty="0">
                <a:latin typeface="Helvetica" pitchFamily="2" charset="0"/>
              </a:rPr>
              <a:t>     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1CF7F6-5777-6743-1144-6B9330A40377}"/>
              </a:ext>
            </a:extLst>
          </p:cNvPr>
          <p:cNvSpPr txBox="1"/>
          <p:nvPr/>
        </p:nvSpPr>
        <p:spPr>
          <a:xfrm>
            <a:off x="7145977" y="44932"/>
            <a:ext cx="258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c.		</a:t>
            </a:r>
            <a:r>
              <a:rPr lang="en-US" sz="1000" b="1" dirty="0">
                <a:latin typeface="Helvetica" pitchFamily="2" charset="0"/>
              </a:rPr>
              <a:t>Triangle</a:t>
            </a:r>
            <a:r>
              <a:rPr lang="en-US" sz="1200" b="1" dirty="0">
                <a:latin typeface="Helvetica" pitchFamily="2" charset="0"/>
              </a:rPr>
              <a:t>      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8E7D70-5F8A-C7FA-1EFF-5AD6802DA98A}"/>
              </a:ext>
            </a:extLst>
          </p:cNvPr>
          <p:cNvSpPr txBox="1"/>
          <p:nvPr/>
        </p:nvSpPr>
        <p:spPr>
          <a:xfrm>
            <a:off x="1470608" y="3571584"/>
            <a:ext cx="3288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d.  	            </a:t>
            </a:r>
            <a:r>
              <a:rPr lang="en-US" sz="1000" b="1" dirty="0">
                <a:latin typeface="Helvetica" pitchFamily="2" charset="0"/>
              </a:rPr>
              <a:t> Exploration Cohort      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7CCE06-3DAD-B7BB-53AC-E6C0765D7594}"/>
              </a:ext>
            </a:extLst>
          </p:cNvPr>
          <p:cNvSpPr txBox="1"/>
          <p:nvPr/>
        </p:nvSpPr>
        <p:spPr>
          <a:xfrm>
            <a:off x="5746843" y="3575193"/>
            <a:ext cx="3288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e.  	</a:t>
            </a:r>
            <a:r>
              <a:rPr lang="en-US" sz="1000" b="1" dirty="0">
                <a:latin typeface="Helvetica" pitchFamily="2" charset="0"/>
              </a:rPr>
              <a:t>             Replication Cohort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64658F-591E-FD74-9898-A903C9FB1FD1}"/>
              </a:ext>
            </a:extLst>
          </p:cNvPr>
          <p:cNvSpPr/>
          <p:nvPr/>
        </p:nvSpPr>
        <p:spPr>
          <a:xfrm>
            <a:off x="1664248" y="3164478"/>
            <a:ext cx="136823" cy="136823"/>
          </a:xfrm>
          <a:prstGeom prst="rect">
            <a:avLst/>
          </a:prstGeom>
          <a:solidFill>
            <a:srgbClr val="DE74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AED4B-2A2A-347D-7494-AF68C8CE4A12}"/>
              </a:ext>
            </a:extLst>
          </p:cNvPr>
          <p:cNvSpPr txBox="1"/>
          <p:nvPr/>
        </p:nvSpPr>
        <p:spPr>
          <a:xfrm>
            <a:off x="1796990" y="3116519"/>
            <a:ext cx="1213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Working Memory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31A1DB-223F-D26F-FC85-CD8FB8922AB3}"/>
              </a:ext>
            </a:extLst>
          </p:cNvPr>
          <p:cNvSpPr/>
          <p:nvPr/>
        </p:nvSpPr>
        <p:spPr>
          <a:xfrm>
            <a:off x="2978101" y="3171075"/>
            <a:ext cx="136823" cy="136823"/>
          </a:xfrm>
          <a:prstGeom prst="rect">
            <a:avLst/>
          </a:prstGeom>
          <a:solidFill>
            <a:srgbClr val="E59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D7AF88-1167-177C-838B-1F209391D53B}"/>
              </a:ext>
            </a:extLst>
          </p:cNvPr>
          <p:cNvSpPr txBox="1"/>
          <p:nvPr/>
        </p:nvSpPr>
        <p:spPr>
          <a:xfrm>
            <a:off x="3110843" y="3123116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Social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31949-42C6-5857-2D74-F98D79F6AC41}"/>
              </a:ext>
            </a:extLst>
          </p:cNvPr>
          <p:cNvSpPr/>
          <p:nvPr/>
        </p:nvSpPr>
        <p:spPr>
          <a:xfrm>
            <a:off x="3681263" y="3170578"/>
            <a:ext cx="136823" cy="136823"/>
          </a:xfrm>
          <a:prstGeom prst="rect">
            <a:avLst/>
          </a:prstGeom>
          <a:solidFill>
            <a:srgbClr val="609E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606E02-551F-8E7D-3F70-E6D4D4CCC967}"/>
              </a:ext>
            </a:extLst>
          </p:cNvPr>
          <p:cNvSpPr txBox="1"/>
          <p:nvPr/>
        </p:nvSpPr>
        <p:spPr>
          <a:xfrm>
            <a:off x="3814005" y="3122619"/>
            <a:ext cx="1213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Relational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642318-4B3C-3B9E-ACF4-F79C0693D7B5}"/>
              </a:ext>
            </a:extLst>
          </p:cNvPr>
          <p:cNvSpPr/>
          <p:nvPr/>
        </p:nvSpPr>
        <p:spPr>
          <a:xfrm>
            <a:off x="4574836" y="3170081"/>
            <a:ext cx="136823" cy="136823"/>
          </a:xfrm>
          <a:prstGeom prst="rect">
            <a:avLst/>
          </a:prstGeom>
          <a:solidFill>
            <a:srgbClr val="78B6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955A07-11B7-BC6E-7943-24D097D3C295}"/>
              </a:ext>
            </a:extLst>
          </p:cNvPr>
          <p:cNvSpPr txBox="1"/>
          <p:nvPr/>
        </p:nvSpPr>
        <p:spPr>
          <a:xfrm>
            <a:off x="4707578" y="3122122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Motor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E99B51E-F66C-A7DC-70DA-D9E8A2F3DABB}"/>
              </a:ext>
            </a:extLst>
          </p:cNvPr>
          <p:cNvSpPr/>
          <p:nvPr/>
        </p:nvSpPr>
        <p:spPr>
          <a:xfrm>
            <a:off x="5277998" y="3169570"/>
            <a:ext cx="136823" cy="136823"/>
          </a:xfrm>
          <a:prstGeom prst="rect">
            <a:avLst/>
          </a:prstGeom>
          <a:solidFill>
            <a:srgbClr val="C4DF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8FBA9F-E221-0E1C-6890-74C30858DA60}"/>
              </a:ext>
            </a:extLst>
          </p:cNvPr>
          <p:cNvSpPr txBox="1"/>
          <p:nvPr/>
        </p:nvSpPr>
        <p:spPr>
          <a:xfrm>
            <a:off x="5410740" y="3121611"/>
            <a:ext cx="12138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Language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24064E-C0BB-956A-F24E-32BCB0D7A05C}"/>
              </a:ext>
            </a:extLst>
          </p:cNvPr>
          <p:cNvSpPr/>
          <p:nvPr/>
        </p:nvSpPr>
        <p:spPr>
          <a:xfrm>
            <a:off x="6166317" y="3167608"/>
            <a:ext cx="136823" cy="136823"/>
          </a:xfrm>
          <a:prstGeom prst="rect">
            <a:avLst/>
          </a:prstGeom>
          <a:solidFill>
            <a:srgbClr val="EE54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2EE666-3E0E-F19C-FB13-CDB307E28795}"/>
              </a:ext>
            </a:extLst>
          </p:cNvPr>
          <p:cNvSpPr txBox="1"/>
          <p:nvPr/>
        </p:nvSpPr>
        <p:spPr>
          <a:xfrm>
            <a:off x="6299059" y="3119649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Gambling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8178351-6219-F783-8B7B-0ADEAC80653F}"/>
              </a:ext>
            </a:extLst>
          </p:cNvPr>
          <p:cNvSpPr/>
          <p:nvPr/>
        </p:nvSpPr>
        <p:spPr>
          <a:xfrm>
            <a:off x="7073962" y="3167911"/>
            <a:ext cx="136823" cy="136823"/>
          </a:xfrm>
          <a:prstGeom prst="rect">
            <a:avLst/>
          </a:prstGeom>
          <a:solidFill>
            <a:srgbClr val="F7DC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D38AB5-75D9-660B-B648-A742DECA1D38}"/>
              </a:ext>
            </a:extLst>
          </p:cNvPr>
          <p:cNvSpPr txBox="1"/>
          <p:nvPr/>
        </p:nvSpPr>
        <p:spPr>
          <a:xfrm>
            <a:off x="7206704" y="3119952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Emotion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5388C1-C8E4-FFBD-B6E3-A37D1DC97ADE}"/>
              </a:ext>
            </a:extLst>
          </p:cNvPr>
          <p:cNvSpPr/>
          <p:nvPr/>
        </p:nvSpPr>
        <p:spPr>
          <a:xfrm>
            <a:off x="7900343" y="3167608"/>
            <a:ext cx="136823" cy="136823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6893CE6-6208-E507-44F0-0681C4C8F2BE}"/>
              </a:ext>
            </a:extLst>
          </p:cNvPr>
          <p:cNvSpPr txBox="1"/>
          <p:nvPr/>
        </p:nvSpPr>
        <p:spPr>
          <a:xfrm>
            <a:off x="8033085" y="3119649"/>
            <a:ext cx="764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Rest</a:t>
            </a:r>
          </a:p>
        </p:txBody>
      </p:sp>
      <p:pic>
        <p:nvPicPr>
          <p:cNvPr id="49" name="Picture 48" descr="A diagram of a diagram&#10;&#10;AI-generated content may be incorrect.">
            <a:extLst>
              <a:ext uri="{FF2B5EF4-FFF2-40B4-BE49-F238E27FC236}">
                <a16:creationId xmlns:a16="http://schemas.microsoft.com/office/drawing/2014/main" id="{AB5DF272-4743-CFEC-7630-FAFABFE930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041"/>
          <a:stretch>
            <a:fillRect/>
          </a:stretch>
        </p:blipFill>
        <p:spPr>
          <a:xfrm>
            <a:off x="5313573" y="3914071"/>
            <a:ext cx="3657600" cy="2486375"/>
          </a:xfrm>
          <a:prstGeom prst="rect">
            <a:avLst/>
          </a:prstGeom>
        </p:spPr>
      </p:pic>
      <p:pic>
        <p:nvPicPr>
          <p:cNvPr id="52" name="Picture 51" descr="A diagram of a diagram&#10;&#10;AI-generated content may be incorrect.">
            <a:extLst>
              <a:ext uri="{FF2B5EF4-FFF2-40B4-BE49-F238E27FC236}">
                <a16:creationId xmlns:a16="http://schemas.microsoft.com/office/drawing/2014/main" id="{E8E2770D-C1BE-E88C-4623-DD4FE965A0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041"/>
          <a:stretch>
            <a:fillRect/>
          </a:stretch>
        </p:blipFill>
        <p:spPr>
          <a:xfrm>
            <a:off x="1217712" y="3914072"/>
            <a:ext cx="3657600" cy="248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37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6076</TotalTime>
  <Words>38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14</cp:revision>
  <dcterms:created xsi:type="dcterms:W3CDTF">2025-11-24T18:02:01Z</dcterms:created>
  <dcterms:modified xsi:type="dcterms:W3CDTF">2026-04-13T00:15:11Z</dcterms:modified>
</cp:coreProperties>
</file>