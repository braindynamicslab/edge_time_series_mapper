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1"/>
    <p:restoredTop sz="94658"/>
  </p:normalViewPr>
  <p:slideViewPr>
    <p:cSldViewPr snapToGrid="0">
      <p:cViewPr varScale="1">
        <p:scale>
          <a:sx n="103" d="100"/>
          <a:sy n="103" d="100"/>
        </p:scale>
        <p:origin x="17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1495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9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3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65607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4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0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37055"/>
            <a:ext cx="51577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37055"/>
            <a:ext cx="518318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5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2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0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8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8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8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5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8792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61324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6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62DD99-7206-3B29-33F3-8AEEFD9DD362}"/>
              </a:ext>
            </a:extLst>
          </p:cNvPr>
          <p:cNvSpPr/>
          <p:nvPr/>
        </p:nvSpPr>
        <p:spPr>
          <a:xfrm>
            <a:off x="357945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E2A123-A757-6057-489D-A0E4761DDD10}"/>
              </a:ext>
            </a:extLst>
          </p:cNvPr>
          <p:cNvSpPr/>
          <p:nvPr/>
        </p:nvSpPr>
        <p:spPr>
          <a:xfrm>
            <a:off x="4338306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BB1E7-5730-E320-257A-FB26EF8FDA64}"/>
              </a:ext>
            </a:extLst>
          </p:cNvPr>
          <p:cNvSpPr txBox="1"/>
          <p:nvPr/>
        </p:nvSpPr>
        <p:spPr>
          <a:xfrm>
            <a:off x="631243" y="530116"/>
            <a:ext cx="292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A0E59-A5F7-9036-8505-B7B1D7102A11}"/>
              </a:ext>
            </a:extLst>
          </p:cNvPr>
          <p:cNvSpPr txBox="1"/>
          <p:nvPr/>
        </p:nvSpPr>
        <p:spPr>
          <a:xfrm>
            <a:off x="4562178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b.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1A5E54-A51F-747E-5186-1B6D73CEC9AD}"/>
              </a:ext>
            </a:extLst>
          </p:cNvPr>
          <p:cNvSpPr txBox="1"/>
          <p:nvPr/>
        </p:nvSpPr>
        <p:spPr>
          <a:xfrm>
            <a:off x="8493621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29859F-B350-FF74-92CE-DA1E44AC0E14}"/>
              </a:ext>
            </a:extLst>
          </p:cNvPr>
          <p:cNvSpPr txBox="1"/>
          <p:nvPr/>
        </p:nvSpPr>
        <p:spPr>
          <a:xfrm>
            <a:off x="174515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node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AA6234-2F0B-D4E5-BA66-7E3EA504D790}"/>
              </a:ext>
            </a:extLst>
          </p:cNvPr>
          <p:cNvSpPr txBox="1"/>
          <p:nvPr/>
        </p:nvSpPr>
        <p:spPr>
          <a:xfrm>
            <a:off x="5668536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edge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F22A9D-81A9-DE16-6AEA-A639CA35E184}"/>
              </a:ext>
            </a:extLst>
          </p:cNvPr>
          <p:cNvSpPr txBox="1"/>
          <p:nvPr/>
        </p:nvSpPr>
        <p:spPr>
          <a:xfrm>
            <a:off x="959507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triangle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431C69-81EF-9509-1B45-4ECC0B03558B}"/>
              </a:ext>
            </a:extLst>
          </p:cNvPr>
          <p:cNvSpPr txBox="1"/>
          <p:nvPr/>
        </p:nvSpPr>
        <p:spPr>
          <a:xfrm>
            <a:off x="4902845" y="87236"/>
            <a:ext cx="260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Exploration Cohort</a:t>
            </a:r>
          </a:p>
        </p:txBody>
      </p:sp>
      <p:pic>
        <p:nvPicPr>
          <p:cNvPr id="7" name="Picture 6" descr="A graph of a graph with black dots&#10;&#10;AI-generated content may be incorrect.">
            <a:extLst>
              <a:ext uri="{FF2B5EF4-FFF2-40B4-BE49-F238E27FC236}">
                <a16:creationId xmlns:a16="http://schemas.microsoft.com/office/drawing/2014/main" id="{06E6B89B-03AF-A68B-B63C-E4AAF0A883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61"/>
          <a:stretch>
            <a:fillRect/>
          </a:stretch>
        </p:blipFill>
        <p:spPr>
          <a:xfrm>
            <a:off x="4285488" y="879748"/>
            <a:ext cx="3621024" cy="4015535"/>
          </a:xfrm>
          <a:prstGeom prst="rect">
            <a:avLst/>
          </a:prstGeom>
        </p:spPr>
      </p:pic>
      <p:pic>
        <p:nvPicPr>
          <p:cNvPr id="21" name="Picture 20" descr="A graph with black and white lines&#10;&#10;AI-generated content may be incorrect.">
            <a:extLst>
              <a:ext uri="{FF2B5EF4-FFF2-40B4-BE49-F238E27FC236}">
                <a16:creationId xmlns:a16="http://schemas.microsoft.com/office/drawing/2014/main" id="{604D89B0-FD09-94EC-3AFD-D3093EC521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61"/>
          <a:stretch>
            <a:fillRect/>
          </a:stretch>
        </p:blipFill>
        <p:spPr>
          <a:xfrm>
            <a:off x="254339" y="879748"/>
            <a:ext cx="3621024" cy="4015535"/>
          </a:xfrm>
          <a:prstGeom prst="rect">
            <a:avLst/>
          </a:prstGeom>
        </p:spPr>
      </p:pic>
      <p:pic>
        <p:nvPicPr>
          <p:cNvPr id="23" name="Picture 22" descr="A graph with black and white lines&#10;&#10;AI-generated content may be incorrect.">
            <a:extLst>
              <a:ext uri="{FF2B5EF4-FFF2-40B4-BE49-F238E27FC236}">
                <a16:creationId xmlns:a16="http://schemas.microsoft.com/office/drawing/2014/main" id="{3BCC42E1-E9FB-C114-713C-E0EEDA4413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01"/>
          <a:stretch>
            <a:fillRect/>
          </a:stretch>
        </p:blipFill>
        <p:spPr>
          <a:xfrm>
            <a:off x="8316637" y="879748"/>
            <a:ext cx="3621024" cy="397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7031</TotalTime>
  <Words>11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6</cp:revision>
  <dcterms:created xsi:type="dcterms:W3CDTF">2026-02-12T23:24:45Z</dcterms:created>
  <dcterms:modified xsi:type="dcterms:W3CDTF">2026-04-14T02:23:33Z</dcterms:modified>
</cp:coreProperties>
</file>