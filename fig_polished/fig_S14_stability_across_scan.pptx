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notesMasterIdLst>
    <p:notesMasterId r:id="rId3"/>
  </p:notesMasterIdLst>
  <p:sldIdLst>
    <p:sldId id="256" r:id="rId2"/>
  </p:sldIdLst>
  <p:sldSz cx="107442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74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26"/>
    <p:restoredTop sz="94678"/>
  </p:normalViewPr>
  <p:slideViewPr>
    <p:cSldViewPr snapToGrid="0">
      <p:cViewPr>
        <p:scale>
          <a:sx n="187" d="100"/>
          <a:sy n="187" d="100"/>
        </p:scale>
        <p:origin x="-4824" y="-2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13F964-5510-5847-A109-2E637E36F01E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11238" y="1143000"/>
            <a:ext cx="4835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999730-02C7-4C48-A05F-DA0B05C76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559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99730-02C7-4C48-A05F-DA0B05C764F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318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3025" y="1122363"/>
            <a:ext cx="8058150" cy="2387600"/>
          </a:xfrm>
        </p:spPr>
        <p:txBody>
          <a:bodyPr anchor="b"/>
          <a:lstStyle>
            <a:lvl1pPr algn="ctr">
              <a:defRPr sz="528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3025" y="3602038"/>
            <a:ext cx="8058150" cy="1655762"/>
          </a:xfrm>
        </p:spPr>
        <p:txBody>
          <a:bodyPr/>
          <a:lstStyle>
            <a:lvl1pPr marL="0" indent="0" algn="ctr">
              <a:buNone/>
              <a:defRPr sz="2115"/>
            </a:lvl1pPr>
            <a:lvl2pPr marL="402930" indent="0" algn="ctr">
              <a:buNone/>
              <a:defRPr sz="1763"/>
            </a:lvl2pPr>
            <a:lvl3pPr marL="805861" indent="0" algn="ctr">
              <a:buNone/>
              <a:defRPr sz="1586"/>
            </a:lvl3pPr>
            <a:lvl4pPr marL="1208791" indent="0" algn="ctr">
              <a:buNone/>
              <a:defRPr sz="1410"/>
            </a:lvl4pPr>
            <a:lvl5pPr marL="1611721" indent="0" algn="ctr">
              <a:buNone/>
              <a:defRPr sz="1410"/>
            </a:lvl5pPr>
            <a:lvl6pPr marL="2014652" indent="0" algn="ctr">
              <a:buNone/>
              <a:defRPr sz="1410"/>
            </a:lvl6pPr>
            <a:lvl7pPr marL="2417582" indent="0" algn="ctr">
              <a:buNone/>
              <a:defRPr sz="1410"/>
            </a:lvl7pPr>
            <a:lvl8pPr marL="2820513" indent="0" algn="ctr">
              <a:buNone/>
              <a:defRPr sz="1410"/>
            </a:lvl8pPr>
            <a:lvl9pPr marL="3223443" indent="0" algn="ctr">
              <a:buNone/>
              <a:defRPr sz="141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04886-BE2E-A947-8850-06CD3EF6DD3C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E5898-6A8B-0248-9E5F-1E480A328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843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04886-BE2E-A947-8850-06CD3EF6DD3C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E5898-6A8B-0248-9E5F-1E480A328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643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3068" y="1709738"/>
            <a:ext cx="9266873" cy="2852737"/>
          </a:xfrm>
        </p:spPr>
        <p:txBody>
          <a:bodyPr anchor="b"/>
          <a:lstStyle>
            <a:lvl1pPr>
              <a:defRPr sz="528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3068" y="4589464"/>
            <a:ext cx="9266873" cy="1500187"/>
          </a:xfrm>
        </p:spPr>
        <p:txBody>
          <a:bodyPr/>
          <a:lstStyle>
            <a:lvl1pPr marL="0" indent="0">
              <a:buNone/>
              <a:defRPr sz="2115">
                <a:solidFill>
                  <a:schemeClr val="tx1">
                    <a:tint val="82000"/>
                  </a:schemeClr>
                </a:solidFill>
              </a:defRPr>
            </a:lvl1pPr>
            <a:lvl2pPr marL="402930" indent="0">
              <a:buNone/>
              <a:defRPr sz="1763">
                <a:solidFill>
                  <a:schemeClr val="tx1">
                    <a:tint val="82000"/>
                  </a:schemeClr>
                </a:solidFill>
              </a:defRPr>
            </a:lvl2pPr>
            <a:lvl3pPr marL="805861" indent="0">
              <a:buNone/>
              <a:defRPr sz="1586">
                <a:solidFill>
                  <a:schemeClr val="tx1">
                    <a:tint val="82000"/>
                  </a:schemeClr>
                </a:solidFill>
              </a:defRPr>
            </a:lvl3pPr>
            <a:lvl4pPr marL="1208791" indent="0">
              <a:buNone/>
              <a:defRPr sz="1410">
                <a:solidFill>
                  <a:schemeClr val="tx1">
                    <a:tint val="82000"/>
                  </a:schemeClr>
                </a:solidFill>
              </a:defRPr>
            </a:lvl4pPr>
            <a:lvl5pPr marL="1611721" indent="0">
              <a:buNone/>
              <a:defRPr sz="1410">
                <a:solidFill>
                  <a:schemeClr val="tx1">
                    <a:tint val="82000"/>
                  </a:schemeClr>
                </a:solidFill>
              </a:defRPr>
            </a:lvl5pPr>
            <a:lvl6pPr marL="2014652" indent="0">
              <a:buNone/>
              <a:defRPr sz="1410">
                <a:solidFill>
                  <a:schemeClr val="tx1">
                    <a:tint val="82000"/>
                  </a:schemeClr>
                </a:solidFill>
              </a:defRPr>
            </a:lvl6pPr>
            <a:lvl7pPr marL="2417582" indent="0">
              <a:buNone/>
              <a:defRPr sz="1410">
                <a:solidFill>
                  <a:schemeClr val="tx1">
                    <a:tint val="82000"/>
                  </a:schemeClr>
                </a:solidFill>
              </a:defRPr>
            </a:lvl7pPr>
            <a:lvl8pPr marL="2820513" indent="0">
              <a:buNone/>
              <a:defRPr sz="1410">
                <a:solidFill>
                  <a:schemeClr val="tx1">
                    <a:tint val="82000"/>
                  </a:schemeClr>
                </a:solidFill>
              </a:defRPr>
            </a:lvl8pPr>
            <a:lvl9pPr marL="3223443" indent="0">
              <a:buNone/>
              <a:defRPr sz="141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04886-BE2E-A947-8850-06CD3EF6DD3C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E5898-6A8B-0248-9E5F-1E480A328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257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8664" y="1825625"/>
            <a:ext cx="4566285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39251" y="1825625"/>
            <a:ext cx="4566285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04886-BE2E-A947-8850-06CD3EF6DD3C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E5898-6A8B-0248-9E5F-1E480A328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612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0063" y="365126"/>
            <a:ext cx="9266873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064" y="1681163"/>
            <a:ext cx="4545300" cy="823912"/>
          </a:xfrm>
        </p:spPr>
        <p:txBody>
          <a:bodyPr anchor="b"/>
          <a:lstStyle>
            <a:lvl1pPr marL="0" indent="0">
              <a:buNone/>
              <a:defRPr sz="2115" b="1"/>
            </a:lvl1pPr>
            <a:lvl2pPr marL="402930" indent="0">
              <a:buNone/>
              <a:defRPr sz="1763" b="1"/>
            </a:lvl2pPr>
            <a:lvl3pPr marL="805861" indent="0">
              <a:buNone/>
              <a:defRPr sz="1586" b="1"/>
            </a:lvl3pPr>
            <a:lvl4pPr marL="1208791" indent="0">
              <a:buNone/>
              <a:defRPr sz="1410" b="1"/>
            </a:lvl4pPr>
            <a:lvl5pPr marL="1611721" indent="0">
              <a:buNone/>
              <a:defRPr sz="1410" b="1"/>
            </a:lvl5pPr>
            <a:lvl6pPr marL="2014652" indent="0">
              <a:buNone/>
              <a:defRPr sz="1410" b="1"/>
            </a:lvl6pPr>
            <a:lvl7pPr marL="2417582" indent="0">
              <a:buNone/>
              <a:defRPr sz="1410" b="1"/>
            </a:lvl7pPr>
            <a:lvl8pPr marL="2820513" indent="0">
              <a:buNone/>
              <a:defRPr sz="1410" b="1"/>
            </a:lvl8pPr>
            <a:lvl9pPr marL="3223443" indent="0">
              <a:buNone/>
              <a:defRPr sz="141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064" y="2505075"/>
            <a:ext cx="454530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9251" y="1681163"/>
            <a:ext cx="4567684" cy="823912"/>
          </a:xfrm>
        </p:spPr>
        <p:txBody>
          <a:bodyPr anchor="b"/>
          <a:lstStyle>
            <a:lvl1pPr marL="0" indent="0">
              <a:buNone/>
              <a:defRPr sz="2115" b="1"/>
            </a:lvl1pPr>
            <a:lvl2pPr marL="402930" indent="0">
              <a:buNone/>
              <a:defRPr sz="1763" b="1"/>
            </a:lvl2pPr>
            <a:lvl3pPr marL="805861" indent="0">
              <a:buNone/>
              <a:defRPr sz="1586" b="1"/>
            </a:lvl3pPr>
            <a:lvl4pPr marL="1208791" indent="0">
              <a:buNone/>
              <a:defRPr sz="1410" b="1"/>
            </a:lvl4pPr>
            <a:lvl5pPr marL="1611721" indent="0">
              <a:buNone/>
              <a:defRPr sz="1410" b="1"/>
            </a:lvl5pPr>
            <a:lvl6pPr marL="2014652" indent="0">
              <a:buNone/>
              <a:defRPr sz="1410" b="1"/>
            </a:lvl6pPr>
            <a:lvl7pPr marL="2417582" indent="0">
              <a:buNone/>
              <a:defRPr sz="1410" b="1"/>
            </a:lvl7pPr>
            <a:lvl8pPr marL="2820513" indent="0">
              <a:buNone/>
              <a:defRPr sz="1410" b="1"/>
            </a:lvl8pPr>
            <a:lvl9pPr marL="3223443" indent="0">
              <a:buNone/>
              <a:defRPr sz="141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9251" y="2505075"/>
            <a:ext cx="456768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04886-BE2E-A947-8850-06CD3EF6DD3C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E5898-6A8B-0248-9E5F-1E480A328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01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04886-BE2E-A947-8850-06CD3EF6DD3C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E5898-6A8B-0248-9E5F-1E480A328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686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04886-BE2E-A947-8850-06CD3EF6DD3C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E5898-6A8B-0248-9E5F-1E480A328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596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0064" y="457200"/>
            <a:ext cx="3465284" cy="1600200"/>
          </a:xfrm>
        </p:spPr>
        <p:txBody>
          <a:bodyPr anchor="b"/>
          <a:lstStyle>
            <a:lvl1pPr>
              <a:defRPr sz="28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7685" y="987426"/>
            <a:ext cx="5439251" cy="4873625"/>
          </a:xfrm>
        </p:spPr>
        <p:txBody>
          <a:bodyPr/>
          <a:lstStyle>
            <a:lvl1pPr>
              <a:defRPr sz="2820"/>
            </a:lvl1pPr>
            <a:lvl2pPr>
              <a:defRPr sz="2468"/>
            </a:lvl2pPr>
            <a:lvl3pPr>
              <a:defRPr sz="2115"/>
            </a:lvl3pPr>
            <a:lvl4pPr>
              <a:defRPr sz="1763"/>
            </a:lvl4pPr>
            <a:lvl5pPr>
              <a:defRPr sz="1763"/>
            </a:lvl5pPr>
            <a:lvl6pPr>
              <a:defRPr sz="1763"/>
            </a:lvl6pPr>
            <a:lvl7pPr>
              <a:defRPr sz="1763"/>
            </a:lvl7pPr>
            <a:lvl8pPr>
              <a:defRPr sz="1763"/>
            </a:lvl8pPr>
            <a:lvl9pPr>
              <a:defRPr sz="176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0064" y="2057400"/>
            <a:ext cx="3465284" cy="3811588"/>
          </a:xfrm>
        </p:spPr>
        <p:txBody>
          <a:bodyPr/>
          <a:lstStyle>
            <a:lvl1pPr marL="0" indent="0">
              <a:buNone/>
              <a:defRPr sz="1410"/>
            </a:lvl1pPr>
            <a:lvl2pPr marL="402930" indent="0">
              <a:buNone/>
              <a:defRPr sz="1234"/>
            </a:lvl2pPr>
            <a:lvl3pPr marL="805861" indent="0">
              <a:buNone/>
              <a:defRPr sz="1058"/>
            </a:lvl3pPr>
            <a:lvl4pPr marL="1208791" indent="0">
              <a:buNone/>
              <a:defRPr sz="881"/>
            </a:lvl4pPr>
            <a:lvl5pPr marL="1611721" indent="0">
              <a:buNone/>
              <a:defRPr sz="881"/>
            </a:lvl5pPr>
            <a:lvl6pPr marL="2014652" indent="0">
              <a:buNone/>
              <a:defRPr sz="881"/>
            </a:lvl6pPr>
            <a:lvl7pPr marL="2417582" indent="0">
              <a:buNone/>
              <a:defRPr sz="881"/>
            </a:lvl7pPr>
            <a:lvl8pPr marL="2820513" indent="0">
              <a:buNone/>
              <a:defRPr sz="881"/>
            </a:lvl8pPr>
            <a:lvl9pPr marL="3223443" indent="0">
              <a:buNone/>
              <a:defRPr sz="88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04886-BE2E-A947-8850-06CD3EF6DD3C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E5898-6A8B-0248-9E5F-1E480A328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473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0064" y="457200"/>
            <a:ext cx="3465284" cy="1600200"/>
          </a:xfrm>
        </p:spPr>
        <p:txBody>
          <a:bodyPr anchor="b"/>
          <a:lstStyle>
            <a:lvl1pPr>
              <a:defRPr sz="28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67685" y="987426"/>
            <a:ext cx="5439251" cy="4873625"/>
          </a:xfrm>
        </p:spPr>
        <p:txBody>
          <a:bodyPr anchor="t"/>
          <a:lstStyle>
            <a:lvl1pPr marL="0" indent="0">
              <a:buNone/>
              <a:defRPr sz="2820"/>
            </a:lvl1pPr>
            <a:lvl2pPr marL="402930" indent="0">
              <a:buNone/>
              <a:defRPr sz="2468"/>
            </a:lvl2pPr>
            <a:lvl3pPr marL="805861" indent="0">
              <a:buNone/>
              <a:defRPr sz="2115"/>
            </a:lvl3pPr>
            <a:lvl4pPr marL="1208791" indent="0">
              <a:buNone/>
              <a:defRPr sz="1763"/>
            </a:lvl4pPr>
            <a:lvl5pPr marL="1611721" indent="0">
              <a:buNone/>
              <a:defRPr sz="1763"/>
            </a:lvl5pPr>
            <a:lvl6pPr marL="2014652" indent="0">
              <a:buNone/>
              <a:defRPr sz="1763"/>
            </a:lvl6pPr>
            <a:lvl7pPr marL="2417582" indent="0">
              <a:buNone/>
              <a:defRPr sz="1763"/>
            </a:lvl7pPr>
            <a:lvl8pPr marL="2820513" indent="0">
              <a:buNone/>
              <a:defRPr sz="1763"/>
            </a:lvl8pPr>
            <a:lvl9pPr marL="3223443" indent="0">
              <a:buNone/>
              <a:defRPr sz="176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0064" y="2057400"/>
            <a:ext cx="3465284" cy="3811588"/>
          </a:xfrm>
        </p:spPr>
        <p:txBody>
          <a:bodyPr/>
          <a:lstStyle>
            <a:lvl1pPr marL="0" indent="0">
              <a:buNone/>
              <a:defRPr sz="1410"/>
            </a:lvl1pPr>
            <a:lvl2pPr marL="402930" indent="0">
              <a:buNone/>
              <a:defRPr sz="1234"/>
            </a:lvl2pPr>
            <a:lvl3pPr marL="805861" indent="0">
              <a:buNone/>
              <a:defRPr sz="1058"/>
            </a:lvl3pPr>
            <a:lvl4pPr marL="1208791" indent="0">
              <a:buNone/>
              <a:defRPr sz="881"/>
            </a:lvl4pPr>
            <a:lvl5pPr marL="1611721" indent="0">
              <a:buNone/>
              <a:defRPr sz="881"/>
            </a:lvl5pPr>
            <a:lvl6pPr marL="2014652" indent="0">
              <a:buNone/>
              <a:defRPr sz="881"/>
            </a:lvl6pPr>
            <a:lvl7pPr marL="2417582" indent="0">
              <a:buNone/>
              <a:defRPr sz="881"/>
            </a:lvl7pPr>
            <a:lvl8pPr marL="2820513" indent="0">
              <a:buNone/>
              <a:defRPr sz="881"/>
            </a:lvl8pPr>
            <a:lvl9pPr marL="3223443" indent="0">
              <a:buNone/>
              <a:defRPr sz="88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04886-BE2E-A947-8850-06CD3EF6DD3C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E5898-6A8B-0248-9E5F-1E480A328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859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04886-BE2E-A947-8850-06CD3EF6DD3C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E5898-6A8B-0248-9E5F-1E480A328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277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88818" y="365125"/>
            <a:ext cx="2316718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8664" y="365125"/>
            <a:ext cx="6815852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04886-BE2E-A947-8850-06CD3EF6DD3C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E5898-6A8B-0248-9E5F-1E480A328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853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8664" y="365126"/>
            <a:ext cx="926687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8664" y="1825625"/>
            <a:ext cx="926687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8664" y="6356351"/>
            <a:ext cx="24174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F04886-BE2E-A947-8850-06CD3EF6DD3C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59016" y="6356351"/>
            <a:ext cx="36261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8091" y="6356351"/>
            <a:ext cx="24174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7E5898-6A8B-0248-9E5F-1E480A328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130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805861" rtl="0" eaLnBrk="1" latinLnBrk="0" hangingPunct="1">
        <a:lnSpc>
          <a:spcPct val="90000"/>
        </a:lnSpc>
        <a:spcBef>
          <a:spcPct val="0"/>
        </a:spcBef>
        <a:buNone/>
        <a:defRPr sz="387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1465" indent="-201465" algn="l" defTabSz="805861" rtl="0" eaLnBrk="1" latinLnBrk="0" hangingPunct="1">
        <a:lnSpc>
          <a:spcPct val="90000"/>
        </a:lnSpc>
        <a:spcBef>
          <a:spcPts val="881"/>
        </a:spcBef>
        <a:buFont typeface="Arial" panose="020B0604020202020204" pitchFamily="34" charset="0"/>
        <a:buChar char="•"/>
        <a:defRPr sz="2468" kern="1200">
          <a:solidFill>
            <a:schemeClr val="tx1"/>
          </a:solidFill>
          <a:latin typeface="+mn-lt"/>
          <a:ea typeface="+mn-ea"/>
          <a:cs typeface="+mn-cs"/>
        </a:defRPr>
      </a:lvl1pPr>
      <a:lvl2pPr marL="604396" indent="-201465" algn="l" defTabSz="805861" rtl="0" eaLnBrk="1" latinLnBrk="0" hangingPunct="1">
        <a:lnSpc>
          <a:spcPct val="90000"/>
        </a:lnSpc>
        <a:spcBef>
          <a:spcPts val="441"/>
        </a:spcBef>
        <a:buFont typeface="Arial" panose="020B0604020202020204" pitchFamily="34" charset="0"/>
        <a:buChar char="•"/>
        <a:defRPr sz="2115" kern="1200">
          <a:solidFill>
            <a:schemeClr val="tx1"/>
          </a:solidFill>
          <a:latin typeface="+mn-lt"/>
          <a:ea typeface="+mn-ea"/>
          <a:cs typeface="+mn-cs"/>
        </a:defRPr>
      </a:lvl2pPr>
      <a:lvl3pPr marL="1007326" indent="-201465" algn="l" defTabSz="805861" rtl="0" eaLnBrk="1" latinLnBrk="0" hangingPunct="1">
        <a:lnSpc>
          <a:spcPct val="90000"/>
        </a:lnSpc>
        <a:spcBef>
          <a:spcPts val="441"/>
        </a:spcBef>
        <a:buFont typeface="Arial" panose="020B0604020202020204" pitchFamily="34" charset="0"/>
        <a:buChar char="•"/>
        <a:defRPr sz="1763" kern="1200">
          <a:solidFill>
            <a:schemeClr val="tx1"/>
          </a:solidFill>
          <a:latin typeface="+mn-lt"/>
          <a:ea typeface="+mn-ea"/>
          <a:cs typeface="+mn-cs"/>
        </a:defRPr>
      </a:lvl3pPr>
      <a:lvl4pPr marL="1410256" indent="-201465" algn="l" defTabSz="805861" rtl="0" eaLnBrk="1" latinLnBrk="0" hangingPunct="1">
        <a:lnSpc>
          <a:spcPct val="90000"/>
        </a:lnSpc>
        <a:spcBef>
          <a:spcPts val="441"/>
        </a:spcBef>
        <a:buFont typeface="Arial" panose="020B0604020202020204" pitchFamily="34" charset="0"/>
        <a:buChar char="•"/>
        <a:defRPr sz="1586" kern="1200">
          <a:solidFill>
            <a:schemeClr val="tx1"/>
          </a:solidFill>
          <a:latin typeface="+mn-lt"/>
          <a:ea typeface="+mn-ea"/>
          <a:cs typeface="+mn-cs"/>
        </a:defRPr>
      </a:lvl4pPr>
      <a:lvl5pPr marL="1813187" indent="-201465" algn="l" defTabSz="805861" rtl="0" eaLnBrk="1" latinLnBrk="0" hangingPunct="1">
        <a:lnSpc>
          <a:spcPct val="90000"/>
        </a:lnSpc>
        <a:spcBef>
          <a:spcPts val="441"/>
        </a:spcBef>
        <a:buFont typeface="Arial" panose="020B0604020202020204" pitchFamily="34" charset="0"/>
        <a:buChar char="•"/>
        <a:defRPr sz="1586" kern="1200">
          <a:solidFill>
            <a:schemeClr val="tx1"/>
          </a:solidFill>
          <a:latin typeface="+mn-lt"/>
          <a:ea typeface="+mn-ea"/>
          <a:cs typeface="+mn-cs"/>
        </a:defRPr>
      </a:lvl5pPr>
      <a:lvl6pPr marL="2216117" indent="-201465" algn="l" defTabSz="805861" rtl="0" eaLnBrk="1" latinLnBrk="0" hangingPunct="1">
        <a:lnSpc>
          <a:spcPct val="90000"/>
        </a:lnSpc>
        <a:spcBef>
          <a:spcPts val="441"/>
        </a:spcBef>
        <a:buFont typeface="Arial" panose="020B0604020202020204" pitchFamily="34" charset="0"/>
        <a:buChar char="•"/>
        <a:defRPr sz="1586" kern="1200">
          <a:solidFill>
            <a:schemeClr val="tx1"/>
          </a:solidFill>
          <a:latin typeface="+mn-lt"/>
          <a:ea typeface="+mn-ea"/>
          <a:cs typeface="+mn-cs"/>
        </a:defRPr>
      </a:lvl6pPr>
      <a:lvl7pPr marL="2619047" indent="-201465" algn="l" defTabSz="805861" rtl="0" eaLnBrk="1" latinLnBrk="0" hangingPunct="1">
        <a:lnSpc>
          <a:spcPct val="90000"/>
        </a:lnSpc>
        <a:spcBef>
          <a:spcPts val="441"/>
        </a:spcBef>
        <a:buFont typeface="Arial" panose="020B0604020202020204" pitchFamily="34" charset="0"/>
        <a:buChar char="•"/>
        <a:defRPr sz="1586" kern="1200">
          <a:solidFill>
            <a:schemeClr val="tx1"/>
          </a:solidFill>
          <a:latin typeface="+mn-lt"/>
          <a:ea typeface="+mn-ea"/>
          <a:cs typeface="+mn-cs"/>
        </a:defRPr>
      </a:lvl7pPr>
      <a:lvl8pPr marL="3021978" indent="-201465" algn="l" defTabSz="805861" rtl="0" eaLnBrk="1" latinLnBrk="0" hangingPunct="1">
        <a:lnSpc>
          <a:spcPct val="90000"/>
        </a:lnSpc>
        <a:spcBef>
          <a:spcPts val="441"/>
        </a:spcBef>
        <a:buFont typeface="Arial" panose="020B0604020202020204" pitchFamily="34" charset="0"/>
        <a:buChar char="•"/>
        <a:defRPr sz="1586" kern="1200">
          <a:solidFill>
            <a:schemeClr val="tx1"/>
          </a:solidFill>
          <a:latin typeface="+mn-lt"/>
          <a:ea typeface="+mn-ea"/>
          <a:cs typeface="+mn-cs"/>
        </a:defRPr>
      </a:lvl8pPr>
      <a:lvl9pPr marL="3424908" indent="-201465" algn="l" defTabSz="805861" rtl="0" eaLnBrk="1" latinLnBrk="0" hangingPunct="1">
        <a:lnSpc>
          <a:spcPct val="90000"/>
        </a:lnSpc>
        <a:spcBef>
          <a:spcPts val="441"/>
        </a:spcBef>
        <a:buFont typeface="Arial" panose="020B0604020202020204" pitchFamily="34" charset="0"/>
        <a:buChar char="•"/>
        <a:defRPr sz="158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05861" rtl="0" eaLnBrk="1" latinLnBrk="0" hangingPunct="1">
        <a:defRPr sz="1586" kern="1200">
          <a:solidFill>
            <a:schemeClr val="tx1"/>
          </a:solidFill>
          <a:latin typeface="+mn-lt"/>
          <a:ea typeface="+mn-ea"/>
          <a:cs typeface="+mn-cs"/>
        </a:defRPr>
      </a:lvl1pPr>
      <a:lvl2pPr marL="402930" algn="l" defTabSz="805861" rtl="0" eaLnBrk="1" latinLnBrk="0" hangingPunct="1">
        <a:defRPr sz="1586" kern="1200">
          <a:solidFill>
            <a:schemeClr val="tx1"/>
          </a:solidFill>
          <a:latin typeface="+mn-lt"/>
          <a:ea typeface="+mn-ea"/>
          <a:cs typeface="+mn-cs"/>
        </a:defRPr>
      </a:lvl2pPr>
      <a:lvl3pPr marL="805861" algn="l" defTabSz="805861" rtl="0" eaLnBrk="1" latinLnBrk="0" hangingPunct="1">
        <a:defRPr sz="1586" kern="1200">
          <a:solidFill>
            <a:schemeClr val="tx1"/>
          </a:solidFill>
          <a:latin typeface="+mn-lt"/>
          <a:ea typeface="+mn-ea"/>
          <a:cs typeface="+mn-cs"/>
        </a:defRPr>
      </a:lvl3pPr>
      <a:lvl4pPr marL="1208791" algn="l" defTabSz="805861" rtl="0" eaLnBrk="1" latinLnBrk="0" hangingPunct="1">
        <a:defRPr sz="1586" kern="1200">
          <a:solidFill>
            <a:schemeClr val="tx1"/>
          </a:solidFill>
          <a:latin typeface="+mn-lt"/>
          <a:ea typeface="+mn-ea"/>
          <a:cs typeface="+mn-cs"/>
        </a:defRPr>
      </a:lvl4pPr>
      <a:lvl5pPr marL="1611721" algn="l" defTabSz="805861" rtl="0" eaLnBrk="1" latinLnBrk="0" hangingPunct="1">
        <a:defRPr sz="1586" kern="1200">
          <a:solidFill>
            <a:schemeClr val="tx1"/>
          </a:solidFill>
          <a:latin typeface="+mn-lt"/>
          <a:ea typeface="+mn-ea"/>
          <a:cs typeface="+mn-cs"/>
        </a:defRPr>
      </a:lvl5pPr>
      <a:lvl6pPr marL="2014652" algn="l" defTabSz="805861" rtl="0" eaLnBrk="1" latinLnBrk="0" hangingPunct="1">
        <a:defRPr sz="1586" kern="1200">
          <a:solidFill>
            <a:schemeClr val="tx1"/>
          </a:solidFill>
          <a:latin typeface="+mn-lt"/>
          <a:ea typeface="+mn-ea"/>
          <a:cs typeface="+mn-cs"/>
        </a:defRPr>
      </a:lvl6pPr>
      <a:lvl7pPr marL="2417582" algn="l" defTabSz="805861" rtl="0" eaLnBrk="1" latinLnBrk="0" hangingPunct="1">
        <a:defRPr sz="1586" kern="1200">
          <a:solidFill>
            <a:schemeClr val="tx1"/>
          </a:solidFill>
          <a:latin typeface="+mn-lt"/>
          <a:ea typeface="+mn-ea"/>
          <a:cs typeface="+mn-cs"/>
        </a:defRPr>
      </a:lvl7pPr>
      <a:lvl8pPr marL="2820513" algn="l" defTabSz="805861" rtl="0" eaLnBrk="1" latinLnBrk="0" hangingPunct="1">
        <a:defRPr sz="1586" kern="1200">
          <a:solidFill>
            <a:schemeClr val="tx1"/>
          </a:solidFill>
          <a:latin typeface="+mn-lt"/>
          <a:ea typeface="+mn-ea"/>
          <a:cs typeface="+mn-cs"/>
        </a:defRPr>
      </a:lvl8pPr>
      <a:lvl9pPr marL="3223443" algn="l" defTabSz="805861" rtl="0" eaLnBrk="1" latinLnBrk="0" hangingPunct="1">
        <a:defRPr sz="158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E1814DC-0848-C2B0-CFE7-91CA7C741B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676"/>
          <a:stretch>
            <a:fillRect/>
          </a:stretch>
        </p:blipFill>
        <p:spPr>
          <a:xfrm>
            <a:off x="3810647" y="667319"/>
            <a:ext cx="3096666" cy="28589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A88988-912E-915A-536B-C6B1575B51D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677"/>
          <a:stretch>
            <a:fillRect/>
          </a:stretch>
        </p:blipFill>
        <p:spPr>
          <a:xfrm>
            <a:off x="583357" y="667320"/>
            <a:ext cx="3096667" cy="28589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5826467-27C8-6A82-262D-8A213F58AF9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676"/>
          <a:stretch>
            <a:fillRect/>
          </a:stretch>
        </p:blipFill>
        <p:spPr>
          <a:xfrm>
            <a:off x="7279989" y="667319"/>
            <a:ext cx="3096666" cy="285894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7CB8C59-46B9-298D-9866-5A9EEB98D91F}"/>
              </a:ext>
            </a:extLst>
          </p:cNvPr>
          <p:cNvSpPr txBox="1"/>
          <p:nvPr/>
        </p:nvSpPr>
        <p:spPr>
          <a:xfrm>
            <a:off x="823392" y="339764"/>
            <a:ext cx="2987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a.			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BA791F-A8B1-2EC9-C752-4EF8EEF576F5}"/>
              </a:ext>
            </a:extLst>
          </p:cNvPr>
          <p:cNvSpPr txBox="1"/>
          <p:nvPr/>
        </p:nvSpPr>
        <p:spPr>
          <a:xfrm>
            <a:off x="4006866" y="339763"/>
            <a:ext cx="2987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b.	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51DDFE-4B70-5510-591E-42C3D83B9182}"/>
              </a:ext>
            </a:extLst>
          </p:cNvPr>
          <p:cNvSpPr txBox="1"/>
          <p:nvPr/>
        </p:nvSpPr>
        <p:spPr>
          <a:xfrm>
            <a:off x="7470025" y="339763"/>
            <a:ext cx="2987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c.	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CAE3A7-6F6F-4E57-FF35-6950AF11E749}"/>
              </a:ext>
            </a:extLst>
          </p:cNvPr>
          <p:cNvSpPr txBox="1"/>
          <p:nvPr/>
        </p:nvSpPr>
        <p:spPr>
          <a:xfrm>
            <a:off x="781659" y="3684435"/>
            <a:ext cx="2987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d.	   	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F9A233-7CEB-7324-67EF-F87F4105067F}"/>
              </a:ext>
            </a:extLst>
          </p:cNvPr>
          <p:cNvSpPr txBox="1"/>
          <p:nvPr/>
        </p:nvSpPr>
        <p:spPr>
          <a:xfrm>
            <a:off x="4006866" y="3684436"/>
            <a:ext cx="2987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e.	     	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0638B0-A896-A9BE-AC9E-858F7B574926}"/>
              </a:ext>
            </a:extLst>
          </p:cNvPr>
          <p:cNvSpPr txBox="1"/>
          <p:nvPr/>
        </p:nvSpPr>
        <p:spPr>
          <a:xfrm>
            <a:off x="7470025" y="3684435"/>
            <a:ext cx="2987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f.	  	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83D21E-53FB-F3E3-B0D2-B068E99905C7}"/>
              </a:ext>
            </a:extLst>
          </p:cNvPr>
          <p:cNvSpPr txBox="1"/>
          <p:nvPr/>
        </p:nvSpPr>
        <p:spPr>
          <a:xfrm rot="16200000">
            <a:off x="-1286729" y="1067141"/>
            <a:ext cx="2987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Exploration Cohort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FE6887-12D5-537F-C380-BE29A84DAAA8}"/>
              </a:ext>
            </a:extLst>
          </p:cNvPr>
          <p:cNvSpPr txBox="1"/>
          <p:nvPr/>
        </p:nvSpPr>
        <p:spPr>
          <a:xfrm rot="16200000">
            <a:off x="-1286728" y="4398173"/>
            <a:ext cx="2987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Replication Cohort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B72118-E06C-BFDC-F0FD-E4F6BC4CA18E}"/>
              </a:ext>
            </a:extLst>
          </p:cNvPr>
          <p:cNvSpPr txBox="1"/>
          <p:nvPr/>
        </p:nvSpPr>
        <p:spPr>
          <a:xfrm>
            <a:off x="3768915" y="3989738"/>
            <a:ext cx="2987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CHANGE THESE PLOTS D-F TO ACTUALLY BE REPLICATION COHORT AND NOT ALL.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3B9EE4-973B-4F1A-033A-585FEBCD4D9C}"/>
              </a:ext>
            </a:extLst>
          </p:cNvPr>
          <p:cNvSpPr txBox="1"/>
          <p:nvPr/>
        </p:nvSpPr>
        <p:spPr>
          <a:xfrm>
            <a:off x="2160408" y="62751"/>
            <a:ext cx="58693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Node</a:t>
            </a:r>
            <a:endParaRPr 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3E9C87-F727-E01C-B517-E4A0BF235526}"/>
              </a:ext>
            </a:extLst>
          </p:cNvPr>
          <p:cNvSpPr txBox="1"/>
          <p:nvPr/>
        </p:nvSpPr>
        <p:spPr>
          <a:xfrm>
            <a:off x="5346867" y="65348"/>
            <a:ext cx="58693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Edge</a:t>
            </a:r>
            <a:endParaRPr 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64BBB7-8256-09A4-E894-A25DAFEC0FEB}"/>
              </a:ext>
            </a:extLst>
          </p:cNvPr>
          <p:cNvSpPr txBox="1"/>
          <p:nvPr/>
        </p:nvSpPr>
        <p:spPr>
          <a:xfrm>
            <a:off x="8638385" y="62751"/>
            <a:ext cx="8946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Triangle</a:t>
            </a:r>
            <a:endParaRPr lang="en-US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751ACF-E5BF-9290-E502-555C7B28E3D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8025"/>
          <a:stretch>
            <a:fillRect/>
          </a:stretch>
        </p:blipFill>
        <p:spPr>
          <a:xfrm>
            <a:off x="3810647" y="3989737"/>
            <a:ext cx="3108393" cy="285894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134527B-F3B0-0E18-431F-48C1FE96165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8955"/>
          <a:stretch>
            <a:fillRect/>
          </a:stretch>
        </p:blipFill>
        <p:spPr>
          <a:xfrm>
            <a:off x="525338" y="3961434"/>
            <a:ext cx="3140163" cy="285894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0A40214-2A94-111F-E70A-4CB9CDB39DC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8955"/>
          <a:stretch>
            <a:fillRect/>
          </a:stretch>
        </p:blipFill>
        <p:spPr>
          <a:xfrm>
            <a:off x="7279989" y="3936301"/>
            <a:ext cx="3140164" cy="2858948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0529CC78-4B98-8719-3569-B200FA9A179F}"/>
              </a:ext>
            </a:extLst>
          </p:cNvPr>
          <p:cNvSpPr/>
          <p:nvPr/>
        </p:nvSpPr>
        <p:spPr>
          <a:xfrm>
            <a:off x="68399" y="201250"/>
            <a:ext cx="277000" cy="2770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E99BEE0-2C6D-05D2-F880-AD1BBDFB6918}"/>
              </a:ext>
            </a:extLst>
          </p:cNvPr>
          <p:cNvSpPr/>
          <p:nvPr/>
        </p:nvSpPr>
        <p:spPr>
          <a:xfrm>
            <a:off x="579575" y="1205640"/>
            <a:ext cx="277000" cy="2770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C8046A3-9CA5-212E-B9C2-08AC87150DB1}"/>
              </a:ext>
            </a:extLst>
          </p:cNvPr>
          <p:cNvSpPr/>
          <p:nvPr/>
        </p:nvSpPr>
        <p:spPr>
          <a:xfrm>
            <a:off x="2814272" y="3328345"/>
            <a:ext cx="277000" cy="2770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3ACF989-F54C-6B46-3E2D-2EA1C6C53B3A}"/>
              </a:ext>
            </a:extLst>
          </p:cNvPr>
          <p:cNvSpPr/>
          <p:nvPr/>
        </p:nvSpPr>
        <p:spPr>
          <a:xfrm>
            <a:off x="3727862" y="1194809"/>
            <a:ext cx="277000" cy="2770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AA5ADD8-5444-0E3B-7E6F-1A85B23FD7AE}"/>
              </a:ext>
            </a:extLst>
          </p:cNvPr>
          <p:cNvSpPr/>
          <p:nvPr/>
        </p:nvSpPr>
        <p:spPr>
          <a:xfrm>
            <a:off x="6010396" y="3325712"/>
            <a:ext cx="277000" cy="2770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BE3B423-F8B0-6F70-1DAB-542719A80FC1}"/>
              </a:ext>
            </a:extLst>
          </p:cNvPr>
          <p:cNvSpPr/>
          <p:nvPr/>
        </p:nvSpPr>
        <p:spPr>
          <a:xfrm>
            <a:off x="7279989" y="1115405"/>
            <a:ext cx="277000" cy="2770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3B34CF2-2AA9-18B4-6598-F515C5A8E93B}"/>
              </a:ext>
            </a:extLst>
          </p:cNvPr>
          <p:cNvSpPr/>
          <p:nvPr/>
        </p:nvSpPr>
        <p:spPr>
          <a:xfrm>
            <a:off x="9549437" y="3315765"/>
            <a:ext cx="277000" cy="2770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1F0F85C-842A-90A3-A7D5-D6AC271DE7ED}"/>
              </a:ext>
            </a:extLst>
          </p:cNvPr>
          <p:cNvSpPr/>
          <p:nvPr/>
        </p:nvSpPr>
        <p:spPr>
          <a:xfrm>
            <a:off x="441075" y="4409567"/>
            <a:ext cx="277000" cy="2926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37D879B-E684-1995-FC08-80AB1C8E7ECA}"/>
              </a:ext>
            </a:extLst>
          </p:cNvPr>
          <p:cNvSpPr/>
          <p:nvPr/>
        </p:nvSpPr>
        <p:spPr>
          <a:xfrm>
            <a:off x="2772289" y="6593938"/>
            <a:ext cx="277000" cy="2770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F6EF3EF-7F07-1CF6-718E-C1B099C34DDE}"/>
              </a:ext>
            </a:extLst>
          </p:cNvPr>
          <p:cNvSpPr/>
          <p:nvPr/>
        </p:nvSpPr>
        <p:spPr>
          <a:xfrm>
            <a:off x="6000070" y="6656743"/>
            <a:ext cx="277000" cy="2770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1C10512-29CA-CA5A-EA75-430C38D0E337}"/>
              </a:ext>
            </a:extLst>
          </p:cNvPr>
          <p:cNvSpPr/>
          <p:nvPr/>
        </p:nvSpPr>
        <p:spPr>
          <a:xfrm>
            <a:off x="9561890" y="6600030"/>
            <a:ext cx="277000" cy="2770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BB3E80F-7D11-E0A7-308C-6C6F65C091D2}"/>
              </a:ext>
            </a:extLst>
          </p:cNvPr>
          <p:cNvSpPr/>
          <p:nvPr/>
        </p:nvSpPr>
        <p:spPr>
          <a:xfrm>
            <a:off x="3725838" y="4494066"/>
            <a:ext cx="277000" cy="2770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7566FA6-56C3-851F-DC3F-87A0DF40EED8}"/>
              </a:ext>
            </a:extLst>
          </p:cNvPr>
          <p:cNvSpPr/>
          <p:nvPr/>
        </p:nvSpPr>
        <p:spPr>
          <a:xfrm>
            <a:off x="7193025" y="4355560"/>
            <a:ext cx="277000" cy="2770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9619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5798</TotalTime>
  <Words>47</Words>
  <Application>Microsoft Macintosh PowerPoint</Application>
  <PresentationFormat>Custom</PresentationFormat>
  <Paragraphs>13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Saad Tariq Pirzada</dc:creator>
  <cp:lastModifiedBy>Saad Tariq Pirzada</cp:lastModifiedBy>
  <cp:revision>7</cp:revision>
  <dcterms:created xsi:type="dcterms:W3CDTF">2025-11-24T20:08:04Z</dcterms:created>
  <dcterms:modified xsi:type="dcterms:W3CDTF">2025-12-13T20:30:32Z</dcterms:modified>
</cp:coreProperties>
</file>