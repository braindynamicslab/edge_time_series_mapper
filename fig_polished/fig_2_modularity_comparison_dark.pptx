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81" d="100"/>
          <a:sy n="81" d="100"/>
        </p:scale>
        <p:origin x="2296" y="10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7C551-B42D-016F-990D-A09105D8A8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F76DF0-9DF6-F73C-4797-DAE9B1741E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566FA-E491-8FC2-0491-B3AD97C1E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44FCC-1234-9F48-8625-9BFDB9C2FFEE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1FD38B-60F9-537B-B045-0A4D9E823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4C6D31-E2EF-D322-F593-DB96AE1CD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187E6-8ACB-374B-A84E-669274E14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124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E33A7-0BEF-3B3C-45AA-8C4CD8C75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1A184-F4F2-3552-2793-E56CA7D42C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28BDE6-6E70-7878-1D61-F13358D71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44FCC-1234-9F48-8625-9BFDB9C2FFEE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2ECF13-946B-9F33-75D4-45232D8D4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3AC425-0D46-EAC3-5A09-482931DC6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187E6-8ACB-374B-A84E-669274E14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926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DD036-74B0-568E-45E4-111A9C637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C479B2-F0EE-C9D4-A0F6-1CE06EFED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84E8C-4951-3A8C-133B-7303B1E94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44FCC-1234-9F48-8625-9BFDB9C2FFEE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328E11-765E-A9A0-1877-C49618FF4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7FDAD7-1E1A-BD35-ABB5-EE172E768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187E6-8ACB-374B-A84E-669274E14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679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2EA3E-AA87-081E-D6E5-EB628DCA6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23F52-58F8-6C05-6E0A-7E167079A5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7C9353-7896-5279-5E21-A6238C9CEF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45D1B1-17A1-7F1A-6A89-C7C989545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44FCC-1234-9F48-8625-9BFDB9C2FFEE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28C18E-8E11-2B16-D03D-C164C6B48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352C15-B01C-8283-A2CD-770718DD5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187E6-8ACB-374B-A84E-669274E14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596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946FF-7284-8973-1EBF-45FB635D0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60D2C8-9A7A-35EC-BC32-A305A1469F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CF1C0F-E514-065D-7654-62246074C0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4DBAED-638E-48ED-3119-B314F52679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CD0979-E529-F80C-BBAC-EFC95AF849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4BEDED-3447-74F6-276B-DD79AD4B0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44FCC-1234-9F48-8625-9BFDB9C2FFEE}" type="datetimeFigureOut">
              <a:rPr lang="en-US" smtClean="0"/>
              <a:t>4/28/26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438980-F6D7-98A9-EC3D-1E52690E1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1E0C43-E3AD-5C57-5657-F9B1C0A68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187E6-8ACB-374B-A84E-669274E14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933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6AC35-B3C3-EDF3-9BA3-94FEDF2A2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F7EEBB-02ED-F22B-BA0A-D68CA96F4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44FCC-1234-9F48-8625-9BFDB9C2FFEE}" type="datetimeFigureOut">
              <a:rPr lang="en-US" smtClean="0"/>
              <a:t>4/28/26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3F0C2C-3DBC-D7D6-783E-5F9122FF7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BC9072-FD9F-BD33-C32A-67B671630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187E6-8ACB-374B-A84E-669274E14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662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4D44BD-1464-FB03-773B-F2274E1D2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44FCC-1234-9F48-8625-9BFDB9C2FFEE}" type="datetimeFigureOut">
              <a:rPr lang="en-US" smtClean="0"/>
              <a:t>4/28/26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FED203-91B4-8A84-FF7B-40B070897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A9205F-4B49-40E2-FB98-4414DEDDE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187E6-8ACB-374B-A84E-669274E14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058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6D039-BB39-FE4B-28C3-206D2BF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E9947-4117-6E57-87AB-6F52268AB7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37C44C-58B5-D97C-0C57-E6D4140184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1C98AF-748D-8410-D5E6-E7966E36C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44FCC-1234-9F48-8625-9BFDB9C2FFEE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9AF372-D94C-2172-634C-3CF4F6B56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D9CFAB-0AE4-74B0-6D85-678C1E73A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187E6-8ACB-374B-A84E-669274E14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294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F820C-9A1D-F659-4562-AF761AFF8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D9EA44-3BEA-7E1D-0F5C-45AB8CF2C5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3CB0BA-EE5A-82B0-1278-CCC1149E4F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F78BA3-BC77-08AD-8D40-A129EA7D1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44FCC-1234-9F48-8625-9BFDB9C2FFEE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F969A7-DC80-1AC9-3F9A-9CAACCEAF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E1A0C4-6268-4392-6A46-AD53040E1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187E6-8ACB-374B-A84E-669274E14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972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FDECA-A369-6978-CC9E-1390A9C6D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D70905-9D88-5535-81B8-25F34E3CDC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CC6FA-CCC4-AC3D-321D-567C68ED6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44FCC-1234-9F48-8625-9BFDB9C2FFEE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27E0C-130C-6A92-9041-35AF4F79E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76749-B22A-18CA-3399-DCD2356C3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187E6-8ACB-374B-A84E-669274E14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604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AA8E16-7414-8ADA-30D7-B0F488D0BF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FF5A0A-CF6B-1780-9901-61811DA3C4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B46D43-85A8-6428-1518-5FEB1E573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44FCC-1234-9F48-8625-9BFDB9C2FFEE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34EB1-67AF-EC34-2826-058EAE7C7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A82D4A-ADA9-3BE6-2F48-9D2C42696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187E6-8ACB-374B-A84E-669274E14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266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091C7B-E7A8-F111-375D-08DD26186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A19F7D-3F32-FB73-FC08-CF252B7488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2A07B5-EDCB-4AD1-84C1-CE6F9F19FC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344FCC-1234-9F48-8625-9BFDB9C2FFEE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298F74-9491-1688-D30F-5DE2E1A0BD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896C9-4ADE-D03E-4462-09A7D85CBF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9187E6-8ACB-374B-A84E-669274E14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124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939CF-976B-BB2D-E8B7-4E397F19A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86DF4B3-50DB-14AC-ADF6-96F68E1AB9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097353" y="457554"/>
            <a:ext cx="3424991" cy="25445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BE434E7-4539-716D-C638-0C0D2CC69D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99857" y="456896"/>
            <a:ext cx="2780106" cy="25451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1336A01-15AD-EE9C-6D7C-F56F381B03F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744020" y="422173"/>
            <a:ext cx="3221496" cy="253814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089DF55-A028-C735-A3E7-EE5F2D7F239B}"/>
              </a:ext>
            </a:extLst>
          </p:cNvPr>
          <p:cNvSpPr txBox="1"/>
          <p:nvPr/>
        </p:nvSpPr>
        <p:spPr>
          <a:xfrm>
            <a:off x="1197109" y="59502"/>
            <a:ext cx="25856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Helvetica" pitchFamily="2" charset="0"/>
              </a:rPr>
              <a:t>a. </a:t>
            </a:r>
            <a:r>
              <a:rPr lang="en-US" sz="1000" b="1" dirty="0">
                <a:latin typeface="Helvetica" pitchFamily="2" charset="0"/>
              </a:rPr>
              <a:t>Node</a:t>
            </a:r>
            <a:r>
              <a:rPr lang="en-US" sz="1200" b="1" dirty="0">
                <a:latin typeface="Helvetica" pitchFamily="2" charset="0"/>
              </a:rPr>
              <a:t>       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BF8838-CCCE-1CAF-D935-EA7ADEAF822A}"/>
              </a:ext>
            </a:extLst>
          </p:cNvPr>
          <p:cNvSpPr txBox="1"/>
          <p:nvPr/>
        </p:nvSpPr>
        <p:spPr>
          <a:xfrm>
            <a:off x="4432542" y="2181028"/>
            <a:ext cx="1199878" cy="3386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601" dirty="0">
              <a:latin typeface="Helvetica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2B91801-9AF8-6706-BCD7-06A2346F44BC}"/>
              </a:ext>
            </a:extLst>
          </p:cNvPr>
          <p:cNvSpPr txBox="1"/>
          <p:nvPr/>
        </p:nvSpPr>
        <p:spPr>
          <a:xfrm>
            <a:off x="4651066" y="59502"/>
            <a:ext cx="25856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Helvetica" pitchFamily="2" charset="0"/>
              </a:rPr>
              <a:t>b. </a:t>
            </a:r>
            <a:r>
              <a:rPr lang="en-US" sz="1000" b="1" dirty="0">
                <a:latin typeface="Helvetica" pitchFamily="2" charset="0"/>
              </a:rPr>
              <a:t>Edge</a:t>
            </a:r>
            <a:r>
              <a:rPr lang="en-US" sz="1200" b="1" dirty="0">
                <a:latin typeface="Helvetica" pitchFamily="2" charset="0"/>
              </a:rPr>
              <a:t>       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ECD9AB6-DB54-1526-45FE-2260F47CC425}"/>
              </a:ext>
            </a:extLst>
          </p:cNvPr>
          <p:cNvSpPr txBox="1"/>
          <p:nvPr/>
        </p:nvSpPr>
        <p:spPr>
          <a:xfrm>
            <a:off x="8038728" y="59502"/>
            <a:ext cx="25856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Helvetica" pitchFamily="2" charset="0"/>
              </a:rPr>
              <a:t>c. </a:t>
            </a:r>
            <a:r>
              <a:rPr lang="en-US" sz="1000" b="1" dirty="0">
                <a:latin typeface="Helvetica" pitchFamily="2" charset="0"/>
              </a:rPr>
              <a:t>Triangle</a:t>
            </a:r>
            <a:r>
              <a:rPr lang="en-US" sz="1200" b="1" dirty="0">
                <a:latin typeface="Helvetica" pitchFamily="2" charset="0"/>
              </a:rPr>
              <a:t>       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961018A-E6C3-1FBD-7F5C-A7F8181707FC}"/>
              </a:ext>
            </a:extLst>
          </p:cNvPr>
          <p:cNvSpPr txBox="1"/>
          <p:nvPr/>
        </p:nvSpPr>
        <p:spPr>
          <a:xfrm>
            <a:off x="2790363" y="3588893"/>
            <a:ext cx="32882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Helvetica" pitchFamily="2" charset="0"/>
              </a:rPr>
              <a:t>d. </a:t>
            </a:r>
            <a:r>
              <a:rPr lang="en-US" sz="1000" b="1" dirty="0">
                <a:latin typeface="Helvetica" pitchFamily="2" charset="0"/>
              </a:rPr>
              <a:t>Exploration Cohort       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0BBDC50-28AB-1F96-099D-20C8F23C1FD6}"/>
              </a:ext>
            </a:extLst>
          </p:cNvPr>
          <p:cNvSpPr txBox="1"/>
          <p:nvPr/>
        </p:nvSpPr>
        <p:spPr>
          <a:xfrm>
            <a:off x="6861044" y="3589457"/>
            <a:ext cx="32882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Helvetica" pitchFamily="2" charset="0"/>
              </a:rPr>
              <a:t>e. </a:t>
            </a:r>
            <a:r>
              <a:rPr lang="en-US" sz="1000" b="1" dirty="0">
                <a:latin typeface="Helvetica" pitchFamily="2" charset="0"/>
              </a:rPr>
              <a:t>Replication Cohort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8B420D-2CF8-5EB0-6709-3A8130F445E1}"/>
              </a:ext>
            </a:extLst>
          </p:cNvPr>
          <p:cNvSpPr/>
          <p:nvPr/>
        </p:nvSpPr>
        <p:spPr>
          <a:xfrm>
            <a:off x="2580237" y="3164479"/>
            <a:ext cx="136823" cy="136823"/>
          </a:xfrm>
          <a:prstGeom prst="rect">
            <a:avLst/>
          </a:prstGeom>
          <a:solidFill>
            <a:srgbClr val="DE745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4C26001-DC20-3BA1-3FFA-936FE87E8385}"/>
              </a:ext>
            </a:extLst>
          </p:cNvPr>
          <p:cNvSpPr txBox="1"/>
          <p:nvPr/>
        </p:nvSpPr>
        <p:spPr>
          <a:xfrm>
            <a:off x="2712978" y="3116520"/>
            <a:ext cx="1213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Helvetica" pitchFamily="2" charset="0"/>
              </a:rPr>
              <a:t>Working Memory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E9DF13F-E422-3442-D58B-46C7A3341473}"/>
              </a:ext>
            </a:extLst>
          </p:cNvPr>
          <p:cNvSpPr/>
          <p:nvPr/>
        </p:nvSpPr>
        <p:spPr>
          <a:xfrm>
            <a:off x="3894090" y="3171076"/>
            <a:ext cx="136823" cy="136823"/>
          </a:xfrm>
          <a:prstGeom prst="rect">
            <a:avLst/>
          </a:prstGeom>
          <a:solidFill>
            <a:srgbClr val="E59B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2C34972-0114-0D14-DB6C-4F1E32FC126E}"/>
              </a:ext>
            </a:extLst>
          </p:cNvPr>
          <p:cNvSpPr txBox="1"/>
          <p:nvPr/>
        </p:nvSpPr>
        <p:spPr>
          <a:xfrm>
            <a:off x="4026831" y="3123117"/>
            <a:ext cx="7649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Helvetica" pitchFamily="2" charset="0"/>
              </a:rPr>
              <a:t>Social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AC4F7A1-A8F1-8560-8BFD-492CC01F18C2}"/>
              </a:ext>
            </a:extLst>
          </p:cNvPr>
          <p:cNvSpPr/>
          <p:nvPr/>
        </p:nvSpPr>
        <p:spPr>
          <a:xfrm>
            <a:off x="4597252" y="3170579"/>
            <a:ext cx="136823" cy="136823"/>
          </a:xfrm>
          <a:prstGeom prst="rect">
            <a:avLst/>
          </a:prstGeom>
          <a:solidFill>
            <a:srgbClr val="609E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D7BB3D1-05DE-CBFD-C9BB-18D52E7207B3}"/>
              </a:ext>
            </a:extLst>
          </p:cNvPr>
          <p:cNvSpPr txBox="1"/>
          <p:nvPr/>
        </p:nvSpPr>
        <p:spPr>
          <a:xfrm>
            <a:off x="4729993" y="3122620"/>
            <a:ext cx="1213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Helvetica" pitchFamily="2" charset="0"/>
              </a:rPr>
              <a:t>Relational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3CBDFA0-A1CC-3ED8-65F6-2187C024F342}"/>
              </a:ext>
            </a:extLst>
          </p:cNvPr>
          <p:cNvSpPr/>
          <p:nvPr/>
        </p:nvSpPr>
        <p:spPr>
          <a:xfrm>
            <a:off x="5490825" y="3170082"/>
            <a:ext cx="136823" cy="136823"/>
          </a:xfrm>
          <a:prstGeom prst="rect">
            <a:avLst/>
          </a:prstGeom>
          <a:solidFill>
            <a:srgbClr val="78B6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2B4A0E5-814A-7090-970D-97A27EA83C22}"/>
              </a:ext>
            </a:extLst>
          </p:cNvPr>
          <p:cNvSpPr txBox="1"/>
          <p:nvPr/>
        </p:nvSpPr>
        <p:spPr>
          <a:xfrm>
            <a:off x="5623566" y="3122123"/>
            <a:ext cx="7649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Helvetica" pitchFamily="2" charset="0"/>
              </a:rPr>
              <a:t>Motor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B8769EE-8EDC-7409-1835-0F803439FBD7}"/>
              </a:ext>
            </a:extLst>
          </p:cNvPr>
          <p:cNvSpPr/>
          <p:nvPr/>
        </p:nvSpPr>
        <p:spPr>
          <a:xfrm>
            <a:off x="6193987" y="3169571"/>
            <a:ext cx="136823" cy="136823"/>
          </a:xfrm>
          <a:prstGeom prst="rect">
            <a:avLst/>
          </a:prstGeom>
          <a:solidFill>
            <a:srgbClr val="C4DF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AED2B92-D82A-28FB-08F9-26C51017C908}"/>
              </a:ext>
            </a:extLst>
          </p:cNvPr>
          <p:cNvSpPr txBox="1"/>
          <p:nvPr/>
        </p:nvSpPr>
        <p:spPr>
          <a:xfrm>
            <a:off x="6326728" y="3121612"/>
            <a:ext cx="1213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Helvetica" pitchFamily="2" charset="0"/>
              </a:rPr>
              <a:t>Language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0D1B054-001F-6278-1324-C957732206F5}"/>
              </a:ext>
            </a:extLst>
          </p:cNvPr>
          <p:cNvSpPr/>
          <p:nvPr/>
        </p:nvSpPr>
        <p:spPr>
          <a:xfrm>
            <a:off x="7082306" y="3167609"/>
            <a:ext cx="136823" cy="136823"/>
          </a:xfrm>
          <a:prstGeom prst="rect">
            <a:avLst/>
          </a:prstGeom>
          <a:solidFill>
            <a:srgbClr val="EE54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CC5C23C-B070-0BE5-4D6C-372295F41FA3}"/>
              </a:ext>
            </a:extLst>
          </p:cNvPr>
          <p:cNvSpPr txBox="1"/>
          <p:nvPr/>
        </p:nvSpPr>
        <p:spPr>
          <a:xfrm>
            <a:off x="7215047" y="3119650"/>
            <a:ext cx="7649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Helvetica" pitchFamily="2" charset="0"/>
              </a:rPr>
              <a:t>Gambling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94F2C0A8-483B-D1FE-BF4F-1B959F9DC302}"/>
              </a:ext>
            </a:extLst>
          </p:cNvPr>
          <p:cNvSpPr/>
          <p:nvPr/>
        </p:nvSpPr>
        <p:spPr>
          <a:xfrm>
            <a:off x="7989951" y="3167912"/>
            <a:ext cx="136823" cy="136823"/>
          </a:xfrm>
          <a:prstGeom prst="rect">
            <a:avLst/>
          </a:prstGeom>
          <a:solidFill>
            <a:srgbClr val="F7DC6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512B38E-AE4C-D9FD-A5AA-D4BCC4F0C44F}"/>
              </a:ext>
            </a:extLst>
          </p:cNvPr>
          <p:cNvSpPr txBox="1"/>
          <p:nvPr/>
        </p:nvSpPr>
        <p:spPr>
          <a:xfrm>
            <a:off x="8122692" y="3119953"/>
            <a:ext cx="7649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Helvetica" pitchFamily="2" charset="0"/>
              </a:rPr>
              <a:t>Emotion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AB5D910-5BE3-CEB5-9A1E-49A29017E4EE}"/>
              </a:ext>
            </a:extLst>
          </p:cNvPr>
          <p:cNvSpPr/>
          <p:nvPr/>
        </p:nvSpPr>
        <p:spPr>
          <a:xfrm>
            <a:off x="8816332" y="3167609"/>
            <a:ext cx="136823" cy="136823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F24790D-28C3-4B04-C3C1-ADFA7F2E1D33}"/>
              </a:ext>
            </a:extLst>
          </p:cNvPr>
          <p:cNvSpPr txBox="1"/>
          <p:nvPr/>
        </p:nvSpPr>
        <p:spPr>
          <a:xfrm>
            <a:off x="8949073" y="3119650"/>
            <a:ext cx="7649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Helvetica" pitchFamily="2" charset="0"/>
              </a:rPr>
              <a:t>Rest</a:t>
            </a:r>
          </a:p>
        </p:txBody>
      </p:sp>
      <p:pic>
        <p:nvPicPr>
          <p:cNvPr id="49" name="Picture 48" descr="A diagram of a diagram&#10;&#10;AI-generated content may be incorrect.">
            <a:extLst>
              <a:ext uri="{FF2B5EF4-FFF2-40B4-BE49-F238E27FC236}">
                <a16:creationId xmlns:a16="http://schemas.microsoft.com/office/drawing/2014/main" id="{E1E3405F-06B4-BE73-565C-A65FED40651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8041"/>
          <a:stretch>
            <a:fillRect/>
          </a:stretch>
        </p:blipFill>
        <p:spPr>
          <a:xfrm>
            <a:off x="6229561" y="3914072"/>
            <a:ext cx="3657600" cy="2486375"/>
          </a:xfrm>
          <a:prstGeom prst="rect">
            <a:avLst/>
          </a:prstGeom>
        </p:spPr>
      </p:pic>
      <p:pic>
        <p:nvPicPr>
          <p:cNvPr id="52" name="Picture 51" descr="A diagram of a diagram&#10;&#10;AI-generated content may be incorrect.">
            <a:extLst>
              <a:ext uri="{FF2B5EF4-FFF2-40B4-BE49-F238E27FC236}">
                <a16:creationId xmlns:a16="http://schemas.microsoft.com/office/drawing/2014/main" id="{272B12F9-486B-1036-0D4E-52236F515B2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8041"/>
          <a:stretch>
            <a:fillRect/>
          </a:stretch>
        </p:blipFill>
        <p:spPr>
          <a:xfrm>
            <a:off x="2133700" y="3914072"/>
            <a:ext cx="3657600" cy="2486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2234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</Words>
  <Application>Microsoft Macintosh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Chun Yin Siu</dc:creator>
  <cp:lastModifiedBy>Chun Yin Siu</cp:lastModifiedBy>
  <cp:revision>2</cp:revision>
  <dcterms:created xsi:type="dcterms:W3CDTF">2026-04-28T02:53:39Z</dcterms:created>
  <dcterms:modified xsi:type="dcterms:W3CDTF">2026-04-28T22:37:09Z</dcterms:modified>
</cp:coreProperties>
</file>