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34" d="100"/>
          <a:sy n="134" d="100"/>
        </p:scale>
        <p:origin x="20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9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3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4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5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2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0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8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5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62DD99-7206-3B29-33F3-8AEEFD9DD362}"/>
              </a:ext>
            </a:extLst>
          </p:cNvPr>
          <p:cNvSpPr/>
          <p:nvPr/>
        </p:nvSpPr>
        <p:spPr>
          <a:xfrm>
            <a:off x="357945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2A123-A757-6057-489D-A0E4761DDD10}"/>
              </a:ext>
            </a:extLst>
          </p:cNvPr>
          <p:cNvSpPr/>
          <p:nvPr/>
        </p:nvSpPr>
        <p:spPr>
          <a:xfrm>
            <a:off x="4338306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BB1E7-5730-E320-257A-FB26EF8FDA64}"/>
              </a:ext>
            </a:extLst>
          </p:cNvPr>
          <p:cNvSpPr txBox="1"/>
          <p:nvPr/>
        </p:nvSpPr>
        <p:spPr>
          <a:xfrm>
            <a:off x="631243" y="530116"/>
            <a:ext cx="292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0E59-A5F7-9036-8505-B7B1D7102A11}"/>
              </a:ext>
            </a:extLst>
          </p:cNvPr>
          <p:cNvSpPr txBox="1"/>
          <p:nvPr/>
        </p:nvSpPr>
        <p:spPr>
          <a:xfrm>
            <a:off x="4562178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A5E54-A51F-747E-5186-1B6D73CEC9AD}"/>
              </a:ext>
            </a:extLst>
          </p:cNvPr>
          <p:cNvSpPr txBox="1"/>
          <p:nvPr/>
        </p:nvSpPr>
        <p:spPr>
          <a:xfrm>
            <a:off x="8493621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9859F-B350-FF74-92CE-DA1E44AC0E14}"/>
              </a:ext>
            </a:extLst>
          </p:cNvPr>
          <p:cNvSpPr txBox="1"/>
          <p:nvPr/>
        </p:nvSpPr>
        <p:spPr>
          <a:xfrm>
            <a:off x="174515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AA6234-2F0B-D4E5-BA66-7E3EA504D790}"/>
              </a:ext>
            </a:extLst>
          </p:cNvPr>
          <p:cNvSpPr txBox="1"/>
          <p:nvPr/>
        </p:nvSpPr>
        <p:spPr>
          <a:xfrm>
            <a:off x="5668536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F22A9D-81A9-DE16-6AEA-A639CA35E184}"/>
              </a:ext>
            </a:extLst>
          </p:cNvPr>
          <p:cNvSpPr txBox="1"/>
          <p:nvPr/>
        </p:nvSpPr>
        <p:spPr>
          <a:xfrm>
            <a:off x="959507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triangle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31C69-81EF-9509-1B45-4ECC0B03558B}"/>
              </a:ext>
            </a:extLst>
          </p:cNvPr>
          <p:cNvSpPr txBox="1"/>
          <p:nvPr/>
        </p:nvSpPr>
        <p:spPr>
          <a:xfrm>
            <a:off x="4902845" y="87236"/>
            <a:ext cx="260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Replication Cohort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FC3B3D-B269-0CEE-0C69-5A1268EFE2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81" b="-531"/>
          <a:stretch>
            <a:fillRect/>
          </a:stretch>
        </p:blipFill>
        <p:spPr>
          <a:xfrm>
            <a:off x="8321363" y="1076324"/>
            <a:ext cx="3621024" cy="36671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F4F9FF-A8FB-D3D5-55FD-D11DD2110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65" b="-1176"/>
          <a:stretch>
            <a:fillRect/>
          </a:stretch>
        </p:blipFill>
        <p:spPr>
          <a:xfrm>
            <a:off x="4394821" y="1076324"/>
            <a:ext cx="3621024" cy="39366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3FAF2C-7BC9-5523-4E34-83A636B9A7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3" b="104"/>
          <a:stretch>
            <a:fillRect/>
          </a:stretch>
        </p:blipFill>
        <p:spPr>
          <a:xfrm>
            <a:off x="411764" y="1076324"/>
            <a:ext cx="3621024" cy="381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8144</TotalTime>
  <Words>11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10</cp:revision>
  <dcterms:created xsi:type="dcterms:W3CDTF">2026-02-12T23:24:45Z</dcterms:created>
  <dcterms:modified xsi:type="dcterms:W3CDTF">2026-09-18T23:41:09Z</dcterms:modified>
</cp:coreProperties>
</file>