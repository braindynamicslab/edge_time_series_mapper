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2192000" cy="502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1"/>
    <p:restoredTop sz="94658"/>
  </p:normalViewPr>
  <p:slideViewPr>
    <p:cSldViewPr snapToGrid="0">
      <p:cViewPr varScale="1">
        <p:scale>
          <a:sx n="103" d="100"/>
          <a:sy n="103" d="100"/>
        </p:scale>
        <p:origin x="176" y="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23066"/>
            <a:ext cx="9144000" cy="1750907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41495"/>
            <a:ext cx="9144000" cy="1214225"/>
          </a:xfrm>
        </p:spPr>
        <p:txBody>
          <a:bodyPr/>
          <a:lstStyle>
            <a:lvl1pPr marL="0" indent="0" algn="ctr">
              <a:buNone/>
              <a:defRPr sz="1760"/>
            </a:lvl1pPr>
            <a:lvl2pPr marL="335265" indent="0" algn="ctr">
              <a:buNone/>
              <a:defRPr sz="1467"/>
            </a:lvl2pPr>
            <a:lvl3pPr marL="670530" indent="0" algn="ctr">
              <a:buNone/>
              <a:defRPr sz="1320"/>
            </a:lvl3pPr>
            <a:lvl4pPr marL="1005794" indent="0" algn="ctr">
              <a:buNone/>
              <a:defRPr sz="1173"/>
            </a:lvl4pPr>
            <a:lvl5pPr marL="1341059" indent="0" algn="ctr">
              <a:buNone/>
              <a:defRPr sz="1173"/>
            </a:lvl5pPr>
            <a:lvl6pPr marL="1676324" indent="0" algn="ctr">
              <a:buNone/>
              <a:defRPr sz="1173"/>
            </a:lvl6pPr>
            <a:lvl7pPr marL="2011589" indent="0" algn="ctr">
              <a:buNone/>
              <a:defRPr sz="1173"/>
            </a:lvl7pPr>
            <a:lvl8pPr marL="2346853" indent="0" algn="ctr">
              <a:buNone/>
              <a:defRPr sz="1173"/>
            </a:lvl8pPr>
            <a:lvl9pPr marL="2682118" indent="0" algn="ctr">
              <a:buNone/>
              <a:defRPr sz="117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90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332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253808"/>
            <a:ext cx="10515600" cy="209200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365607"/>
            <a:ext cx="10515600" cy="1100137"/>
          </a:xfrm>
        </p:spPr>
        <p:txBody>
          <a:bodyPr/>
          <a:lstStyle>
            <a:lvl1pPr marL="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1pPr>
            <a:lvl2pPr marL="335265" indent="0">
              <a:buNone/>
              <a:defRPr sz="1467">
                <a:solidFill>
                  <a:schemeClr val="tx1">
                    <a:tint val="82000"/>
                  </a:schemeClr>
                </a:solidFill>
              </a:defRPr>
            </a:lvl2pPr>
            <a:lvl3pPr marL="67053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3pPr>
            <a:lvl4pPr marL="1005794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4pPr>
            <a:lvl5pPr marL="1341059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5pPr>
            <a:lvl6pPr marL="1676324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6pPr>
            <a:lvl7pPr marL="2011589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7pPr>
            <a:lvl8pPr marL="2346853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8pPr>
            <a:lvl9pPr marL="2682118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340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38792"/>
            <a:ext cx="518160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38792"/>
            <a:ext cx="518160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0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67758"/>
            <a:ext cx="10515600" cy="972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232853"/>
            <a:ext cx="5157787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837055"/>
            <a:ext cx="5157787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232853"/>
            <a:ext cx="5183188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837055"/>
            <a:ext cx="5183188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53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829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2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35280"/>
            <a:ext cx="3932237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724112"/>
            <a:ext cx="6172200" cy="3573992"/>
          </a:xfrm>
        </p:spPr>
        <p:txBody>
          <a:bodyPr/>
          <a:lstStyle>
            <a:lvl1pPr>
              <a:defRPr sz="2347"/>
            </a:lvl1pPr>
            <a:lvl2pPr>
              <a:defRPr sz="2053"/>
            </a:lvl2pPr>
            <a:lvl3pPr>
              <a:defRPr sz="1760"/>
            </a:lvl3pPr>
            <a:lvl4pPr>
              <a:defRPr sz="1467"/>
            </a:lvl4pPr>
            <a:lvl5pPr>
              <a:defRPr sz="1467"/>
            </a:lvl5pPr>
            <a:lvl6pPr>
              <a:defRPr sz="1467"/>
            </a:lvl6pPr>
            <a:lvl7pPr>
              <a:defRPr sz="1467"/>
            </a:lvl7pPr>
            <a:lvl8pPr>
              <a:defRPr sz="1467"/>
            </a:lvl8pPr>
            <a:lvl9pPr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508760"/>
            <a:ext cx="3932237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904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35280"/>
            <a:ext cx="3932237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724112"/>
            <a:ext cx="6172200" cy="3573992"/>
          </a:xfrm>
        </p:spPr>
        <p:txBody>
          <a:bodyPr anchor="t"/>
          <a:lstStyle>
            <a:lvl1pPr marL="0" indent="0">
              <a:buNone/>
              <a:defRPr sz="2347"/>
            </a:lvl1pPr>
            <a:lvl2pPr marL="335265" indent="0">
              <a:buNone/>
              <a:defRPr sz="2053"/>
            </a:lvl2pPr>
            <a:lvl3pPr marL="670530" indent="0">
              <a:buNone/>
              <a:defRPr sz="1760"/>
            </a:lvl3pPr>
            <a:lvl4pPr marL="1005794" indent="0">
              <a:buNone/>
              <a:defRPr sz="1467"/>
            </a:lvl4pPr>
            <a:lvl5pPr marL="1341059" indent="0">
              <a:buNone/>
              <a:defRPr sz="1467"/>
            </a:lvl5pPr>
            <a:lvl6pPr marL="1676324" indent="0">
              <a:buNone/>
              <a:defRPr sz="1467"/>
            </a:lvl6pPr>
            <a:lvl7pPr marL="2011589" indent="0">
              <a:buNone/>
              <a:defRPr sz="1467"/>
            </a:lvl7pPr>
            <a:lvl8pPr marL="2346853" indent="0">
              <a:buNone/>
              <a:defRPr sz="1467"/>
            </a:lvl8pPr>
            <a:lvl9pPr marL="2682118" indent="0">
              <a:buNone/>
              <a:defRPr sz="14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508760"/>
            <a:ext cx="3932237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5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86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67758"/>
            <a:ext cx="2628900" cy="42620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67758"/>
            <a:ext cx="7734300" cy="42620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53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67758"/>
            <a:ext cx="10515600" cy="97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38792"/>
            <a:ext cx="10515600" cy="319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661324"/>
            <a:ext cx="27432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4661324"/>
            <a:ext cx="41148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661324"/>
            <a:ext cx="27432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366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70530" rtl="0" eaLnBrk="1" latinLnBrk="0" hangingPunct="1">
        <a:lnSpc>
          <a:spcPct val="90000"/>
        </a:lnSpc>
        <a:spcBef>
          <a:spcPct val="0"/>
        </a:spcBef>
        <a:buNone/>
        <a:defRPr sz="32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7632" indent="-167632" algn="l" defTabSz="67053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0289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38162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3pPr>
      <a:lvl4pPr marL="117342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50869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84395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17922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51448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849750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1pPr>
      <a:lvl2pPr marL="335265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2pPr>
      <a:lvl3pPr marL="67053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3pPr>
      <a:lvl4pPr marL="100579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34105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67632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01158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346853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682118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D62DD99-7206-3B29-33F3-8AEEFD9DD362}"/>
              </a:ext>
            </a:extLst>
          </p:cNvPr>
          <p:cNvSpPr/>
          <p:nvPr/>
        </p:nvSpPr>
        <p:spPr>
          <a:xfrm>
            <a:off x="357945" y="2218047"/>
            <a:ext cx="223873" cy="1338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E2A123-A757-6057-489D-A0E4761DDD10}"/>
              </a:ext>
            </a:extLst>
          </p:cNvPr>
          <p:cNvSpPr/>
          <p:nvPr/>
        </p:nvSpPr>
        <p:spPr>
          <a:xfrm>
            <a:off x="4338306" y="2218047"/>
            <a:ext cx="223873" cy="1338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ABB1E7-5730-E320-257A-FB26EF8FDA64}"/>
              </a:ext>
            </a:extLst>
          </p:cNvPr>
          <p:cNvSpPr txBox="1"/>
          <p:nvPr/>
        </p:nvSpPr>
        <p:spPr>
          <a:xfrm>
            <a:off x="631243" y="530116"/>
            <a:ext cx="2924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a.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BA0E59-A5F7-9036-8505-B7B1D7102A11}"/>
              </a:ext>
            </a:extLst>
          </p:cNvPr>
          <p:cNvSpPr txBox="1"/>
          <p:nvPr/>
        </p:nvSpPr>
        <p:spPr>
          <a:xfrm>
            <a:off x="4562178" y="530116"/>
            <a:ext cx="3527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b.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1A5E54-A51F-747E-5186-1B6D73CEC9AD}"/>
              </a:ext>
            </a:extLst>
          </p:cNvPr>
          <p:cNvSpPr txBox="1"/>
          <p:nvPr/>
        </p:nvSpPr>
        <p:spPr>
          <a:xfrm>
            <a:off x="8493621" y="530116"/>
            <a:ext cx="3527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c.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29859F-B350-FF74-92CE-DA1E44AC0E14}"/>
              </a:ext>
            </a:extLst>
          </p:cNvPr>
          <p:cNvSpPr txBox="1"/>
          <p:nvPr/>
        </p:nvSpPr>
        <p:spPr>
          <a:xfrm>
            <a:off x="1745157" y="530116"/>
            <a:ext cx="10735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node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AA6234-2F0B-D4E5-BA66-7E3EA504D790}"/>
              </a:ext>
            </a:extLst>
          </p:cNvPr>
          <p:cNvSpPr txBox="1"/>
          <p:nvPr/>
        </p:nvSpPr>
        <p:spPr>
          <a:xfrm>
            <a:off x="5668536" y="530116"/>
            <a:ext cx="10735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edge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F22A9D-81A9-DE16-6AEA-A639CA35E184}"/>
              </a:ext>
            </a:extLst>
          </p:cNvPr>
          <p:cNvSpPr txBox="1"/>
          <p:nvPr/>
        </p:nvSpPr>
        <p:spPr>
          <a:xfrm>
            <a:off x="9595077" y="530116"/>
            <a:ext cx="10735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triangle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431C69-81EF-9509-1B45-4ECC0B03558B}"/>
              </a:ext>
            </a:extLst>
          </p:cNvPr>
          <p:cNvSpPr txBox="1"/>
          <p:nvPr/>
        </p:nvSpPr>
        <p:spPr>
          <a:xfrm>
            <a:off x="4902845" y="87236"/>
            <a:ext cx="2604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Exploration Cohort</a:t>
            </a:r>
          </a:p>
        </p:txBody>
      </p:sp>
      <p:pic>
        <p:nvPicPr>
          <p:cNvPr id="4" name="Picture 3" descr="A graph of a graph with black and white lines&#10;&#10;AI-generated content may be incorrect.">
            <a:extLst>
              <a:ext uri="{FF2B5EF4-FFF2-40B4-BE49-F238E27FC236}">
                <a16:creationId xmlns:a16="http://schemas.microsoft.com/office/drawing/2014/main" id="{491F4457-FB4A-1A48-D697-0C53DE5F74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48"/>
          <a:stretch>
            <a:fillRect/>
          </a:stretch>
        </p:blipFill>
        <p:spPr>
          <a:xfrm>
            <a:off x="4394821" y="914400"/>
            <a:ext cx="3621024" cy="3984668"/>
          </a:xfrm>
          <a:prstGeom prst="rect">
            <a:avLst/>
          </a:prstGeom>
        </p:spPr>
      </p:pic>
      <p:pic>
        <p:nvPicPr>
          <p:cNvPr id="6" name="Picture 5" descr="A graph with black and white lines&#10;&#10;AI-generated content may be incorrect.">
            <a:extLst>
              <a:ext uri="{FF2B5EF4-FFF2-40B4-BE49-F238E27FC236}">
                <a16:creationId xmlns:a16="http://schemas.microsoft.com/office/drawing/2014/main" id="{52C4617D-F0FA-B124-6347-5A3BDD0221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03"/>
          <a:stretch>
            <a:fillRect/>
          </a:stretch>
        </p:blipFill>
        <p:spPr>
          <a:xfrm>
            <a:off x="296024" y="914399"/>
            <a:ext cx="3621024" cy="3919229"/>
          </a:xfrm>
          <a:prstGeom prst="rect">
            <a:avLst/>
          </a:prstGeom>
        </p:spPr>
      </p:pic>
      <p:pic>
        <p:nvPicPr>
          <p:cNvPr id="11" name="Picture 10" descr="A graph with black and white lines&#10;&#10;AI-generated content may be incorrect.">
            <a:extLst>
              <a:ext uri="{FF2B5EF4-FFF2-40B4-BE49-F238E27FC236}">
                <a16:creationId xmlns:a16="http://schemas.microsoft.com/office/drawing/2014/main" id="{CBBFB776-8FA0-11FF-AA8F-0234F85DC7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590"/>
          <a:stretch>
            <a:fillRect/>
          </a:stretch>
        </p:blipFill>
        <p:spPr>
          <a:xfrm>
            <a:off x="8321363" y="914398"/>
            <a:ext cx="3621024" cy="370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89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7035</TotalTime>
  <Words>11</Words>
  <Application>Microsoft Macintosh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Saad Tariq Pirzada</dc:creator>
  <cp:lastModifiedBy>Chun Yin Siu</cp:lastModifiedBy>
  <cp:revision>7</cp:revision>
  <dcterms:created xsi:type="dcterms:W3CDTF">2026-02-12T23:24:45Z</dcterms:created>
  <dcterms:modified xsi:type="dcterms:W3CDTF">2026-04-14T02:28:18Z</dcterms:modified>
</cp:coreProperties>
</file>