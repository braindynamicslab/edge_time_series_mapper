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6" r:id="rId1"/>
  </p:sldMasterIdLst>
  <p:sldIdLst>
    <p:sldId id="266" r:id="rId2"/>
  </p:sldIdLst>
  <p:sldSz cx="14017625" cy="12344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8080"/>
    <a:srgbClr val="C9DEEB"/>
    <a:srgbClr val="D07A64"/>
    <a:srgbClr val="DA9F5A"/>
    <a:srgbClr val="6F9DEE"/>
    <a:srgbClr val="F3DE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07"/>
    <p:restoredTop sz="94589"/>
  </p:normalViewPr>
  <p:slideViewPr>
    <p:cSldViewPr snapToGrid="0">
      <p:cViewPr varScale="1">
        <p:scale>
          <a:sx n="66" d="100"/>
          <a:sy n="66" d="100"/>
        </p:scale>
        <p:origin x="260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322" y="2020253"/>
            <a:ext cx="11914981" cy="4297680"/>
          </a:xfrm>
        </p:spPr>
        <p:txBody>
          <a:bodyPr anchor="b"/>
          <a:lstStyle>
            <a:lvl1pPr algn="ctr">
              <a:defRPr sz="91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2203" y="6483668"/>
            <a:ext cx="10513219" cy="2980372"/>
          </a:xfrm>
        </p:spPr>
        <p:txBody>
          <a:bodyPr/>
          <a:lstStyle>
            <a:lvl1pPr marL="0" indent="0" algn="ctr">
              <a:buNone/>
              <a:defRPr sz="3679"/>
            </a:lvl1pPr>
            <a:lvl2pPr marL="700888" indent="0" algn="ctr">
              <a:buNone/>
              <a:defRPr sz="3066"/>
            </a:lvl2pPr>
            <a:lvl3pPr marL="1401775" indent="0" algn="ctr">
              <a:buNone/>
              <a:defRPr sz="2759"/>
            </a:lvl3pPr>
            <a:lvl4pPr marL="2102663" indent="0" algn="ctr">
              <a:buNone/>
              <a:defRPr sz="2453"/>
            </a:lvl4pPr>
            <a:lvl5pPr marL="2803550" indent="0" algn="ctr">
              <a:buNone/>
              <a:defRPr sz="2453"/>
            </a:lvl5pPr>
            <a:lvl6pPr marL="3504438" indent="0" algn="ctr">
              <a:buNone/>
              <a:defRPr sz="2453"/>
            </a:lvl6pPr>
            <a:lvl7pPr marL="4205326" indent="0" algn="ctr">
              <a:buNone/>
              <a:defRPr sz="2453"/>
            </a:lvl7pPr>
            <a:lvl8pPr marL="4906213" indent="0" algn="ctr">
              <a:buNone/>
              <a:defRPr sz="2453"/>
            </a:lvl8pPr>
            <a:lvl9pPr marL="5607101" indent="0" algn="ctr">
              <a:buNone/>
              <a:defRPr sz="245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168E-4C56-124A-84B8-BB4F32161F32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1C9F0-AD8E-064E-85AD-D78945568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863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168E-4C56-124A-84B8-BB4F32161F32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1C9F0-AD8E-064E-85AD-D78945568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801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411" y="3077531"/>
            <a:ext cx="12090202" cy="5134927"/>
          </a:xfrm>
        </p:spPr>
        <p:txBody>
          <a:bodyPr anchor="b"/>
          <a:lstStyle>
            <a:lvl1pPr>
              <a:defRPr sz="91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6411" y="8261036"/>
            <a:ext cx="12090202" cy="2700337"/>
          </a:xfrm>
        </p:spPr>
        <p:txBody>
          <a:bodyPr/>
          <a:lstStyle>
            <a:lvl1pPr marL="0" indent="0">
              <a:buNone/>
              <a:defRPr sz="3679">
                <a:solidFill>
                  <a:schemeClr val="tx1">
                    <a:tint val="82000"/>
                  </a:schemeClr>
                </a:solidFill>
              </a:defRPr>
            </a:lvl1pPr>
            <a:lvl2pPr marL="700888" indent="0">
              <a:buNone/>
              <a:defRPr sz="3066">
                <a:solidFill>
                  <a:schemeClr val="tx1">
                    <a:tint val="82000"/>
                  </a:schemeClr>
                </a:solidFill>
              </a:defRPr>
            </a:lvl2pPr>
            <a:lvl3pPr marL="1401775" indent="0">
              <a:buNone/>
              <a:defRPr sz="2759">
                <a:solidFill>
                  <a:schemeClr val="tx1">
                    <a:tint val="82000"/>
                  </a:schemeClr>
                </a:solidFill>
              </a:defRPr>
            </a:lvl3pPr>
            <a:lvl4pPr marL="2102663" indent="0">
              <a:buNone/>
              <a:defRPr sz="2453">
                <a:solidFill>
                  <a:schemeClr val="tx1">
                    <a:tint val="82000"/>
                  </a:schemeClr>
                </a:solidFill>
              </a:defRPr>
            </a:lvl4pPr>
            <a:lvl5pPr marL="2803550" indent="0">
              <a:buNone/>
              <a:defRPr sz="2453">
                <a:solidFill>
                  <a:schemeClr val="tx1">
                    <a:tint val="82000"/>
                  </a:schemeClr>
                </a:solidFill>
              </a:defRPr>
            </a:lvl5pPr>
            <a:lvl6pPr marL="3504438" indent="0">
              <a:buNone/>
              <a:defRPr sz="2453">
                <a:solidFill>
                  <a:schemeClr val="tx1">
                    <a:tint val="82000"/>
                  </a:schemeClr>
                </a:solidFill>
              </a:defRPr>
            </a:lvl6pPr>
            <a:lvl7pPr marL="4205326" indent="0">
              <a:buNone/>
              <a:defRPr sz="2453">
                <a:solidFill>
                  <a:schemeClr val="tx1">
                    <a:tint val="82000"/>
                  </a:schemeClr>
                </a:solidFill>
              </a:defRPr>
            </a:lvl7pPr>
            <a:lvl8pPr marL="4906213" indent="0">
              <a:buNone/>
              <a:defRPr sz="2453">
                <a:solidFill>
                  <a:schemeClr val="tx1">
                    <a:tint val="82000"/>
                  </a:schemeClr>
                </a:solidFill>
              </a:defRPr>
            </a:lvl8pPr>
            <a:lvl9pPr marL="5607101" indent="0">
              <a:buNone/>
              <a:defRPr sz="245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168E-4C56-124A-84B8-BB4F32161F32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1C9F0-AD8E-064E-85AD-D78945568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520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3712" y="3286125"/>
            <a:ext cx="5957491" cy="7832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96422" y="3286125"/>
            <a:ext cx="5957491" cy="7832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168E-4C56-124A-84B8-BB4F32161F32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1C9F0-AD8E-064E-85AD-D78945568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645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537" y="657228"/>
            <a:ext cx="12090202" cy="23860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5539" y="3026093"/>
            <a:ext cx="5930111" cy="1483042"/>
          </a:xfrm>
        </p:spPr>
        <p:txBody>
          <a:bodyPr anchor="b"/>
          <a:lstStyle>
            <a:lvl1pPr marL="0" indent="0">
              <a:buNone/>
              <a:defRPr sz="3679" b="1"/>
            </a:lvl1pPr>
            <a:lvl2pPr marL="700888" indent="0">
              <a:buNone/>
              <a:defRPr sz="3066" b="1"/>
            </a:lvl2pPr>
            <a:lvl3pPr marL="1401775" indent="0">
              <a:buNone/>
              <a:defRPr sz="2759" b="1"/>
            </a:lvl3pPr>
            <a:lvl4pPr marL="2102663" indent="0">
              <a:buNone/>
              <a:defRPr sz="2453" b="1"/>
            </a:lvl4pPr>
            <a:lvl5pPr marL="2803550" indent="0">
              <a:buNone/>
              <a:defRPr sz="2453" b="1"/>
            </a:lvl5pPr>
            <a:lvl6pPr marL="3504438" indent="0">
              <a:buNone/>
              <a:defRPr sz="2453" b="1"/>
            </a:lvl6pPr>
            <a:lvl7pPr marL="4205326" indent="0">
              <a:buNone/>
              <a:defRPr sz="2453" b="1"/>
            </a:lvl7pPr>
            <a:lvl8pPr marL="4906213" indent="0">
              <a:buNone/>
              <a:defRPr sz="2453" b="1"/>
            </a:lvl8pPr>
            <a:lvl9pPr marL="5607101" indent="0">
              <a:buNone/>
              <a:defRPr sz="245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5539" y="4509135"/>
            <a:ext cx="5930111" cy="66322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096424" y="3026093"/>
            <a:ext cx="5959316" cy="1483042"/>
          </a:xfrm>
        </p:spPr>
        <p:txBody>
          <a:bodyPr anchor="b"/>
          <a:lstStyle>
            <a:lvl1pPr marL="0" indent="0">
              <a:buNone/>
              <a:defRPr sz="3679" b="1"/>
            </a:lvl1pPr>
            <a:lvl2pPr marL="700888" indent="0">
              <a:buNone/>
              <a:defRPr sz="3066" b="1"/>
            </a:lvl2pPr>
            <a:lvl3pPr marL="1401775" indent="0">
              <a:buNone/>
              <a:defRPr sz="2759" b="1"/>
            </a:lvl3pPr>
            <a:lvl4pPr marL="2102663" indent="0">
              <a:buNone/>
              <a:defRPr sz="2453" b="1"/>
            </a:lvl4pPr>
            <a:lvl5pPr marL="2803550" indent="0">
              <a:buNone/>
              <a:defRPr sz="2453" b="1"/>
            </a:lvl5pPr>
            <a:lvl6pPr marL="3504438" indent="0">
              <a:buNone/>
              <a:defRPr sz="2453" b="1"/>
            </a:lvl6pPr>
            <a:lvl7pPr marL="4205326" indent="0">
              <a:buNone/>
              <a:defRPr sz="2453" b="1"/>
            </a:lvl7pPr>
            <a:lvl8pPr marL="4906213" indent="0">
              <a:buNone/>
              <a:defRPr sz="2453" b="1"/>
            </a:lvl8pPr>
            <a:lvl9pPr marL="5607101" indent="0">
              <a:buNone/>
              <a:defRPr sz="245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96424" y="4509135"/>
            <a:ext cx="5959316" cy="66322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168E-4C56-124A-84B8-BB4F32161F32}" type="datetimeFigureOut">
              <a:rPr lang="en-US" smtClean="0"/>
              <a:t>4/28/26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1C9F0-AD8E-064E-85AD-D78945568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97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168E-4C56-124A-84B8-BB4F32161F32}" type="datetimeFigureOut">
              <a:rPr lang="en-US" smtClean="0"/>
              <a:t>4/28/26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1C9F0-AD8E-064E-85AD-D78945568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119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168E-4C56-124A-84B8-BB4F32161F32}" type="datetimeFigureOut">
              <a:rPr lang="en-US" smtClean="0"/>
              <a:t>4/28/26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1C9F0-AD8E-064E-85AD-D78945568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880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537" y="822960"/>
            <a:ext cx="4521049" cy="2880360"/>
          </a:xfrm>
        </p:spPr>
        <p:txBody>
          <a:bodyPr anchor="b"/>
          <a:lstStyle>
            <a:lvl1pPr>
              <a:defRPr sz="490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9316" y="1777368"/>
            <a:ext cx="7096423" cy="8772525"/>
          </a:xfrm>
        </p:spPr>
        <p:txBody>
          <a:bodyPr/>
          <a:lstStyle>
            <a:lvl1pPr>
              <a:defRPr sz="4906"/>
            </a:lvl1pPr>
            <a:lvl2pPr>
              <a:defRPr sz="4292"/>
            </a:lvl2pPr>
            <a:lvl3pPr>
              <a:defRPr sz="3679"/>
            </a:lvl3pPr>
            <a:lvl4pPr>
              <a:defRPr sz="3066"/>
            </a:lvl4pPr>
            <a:lvl5pPr>
              <a:defRPr sz="3066"/>
            </a:lvl5pPr>
            <a:lvl6pPr>
              <a:defRPr sz="3066"/>
            </a:lvl6pPr>
            <a:lvl7pPr>
              <a:defRPr sz="3066"/>
            </a:lvl7pPr>
            <a:lvl8pPr>
              <a:defRPr sz="3066"/>
            </a:lvl8pPr>
            <a:lvl9pPr>
              <a:defRPr sz="306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5537" y="3703320"/>
            <a:ext cx="4521049" cy="6860858"/>
          </a:xfrm>
        </p:spPr>
        <p:txBody>
          <a:bodyPr/>
          <a:lstStyle>
            <a:lvl1pPr marL="0" indent="0">
              <a:buNone/>
              <a:defRPr sz="2453"/>
            </a:lvl1pPr>
            <a:lvl2pPr marL="700888" indent="0">
              <a:buNone/>
              <a:defRPr sz="2146"/>
            </a:lvl2pPr>
            <a:lvl3pPr marL="1401775" indent="0">
              <a:buNone/>
              <a:defRPr sz="1840"/>
            </a:lvl3pPr>
            <a:lvl4pPr marL="2102663" indent="0">
              <a:buNone/>
              <a:defRPr sz="1533"/>
            </a:lvl4pPr>
            <a:lvl5pPr marL="2803550" indent="0">
              <a:buNone/>
              <a:defRPr sz="1533"/>
            </a:lvl5pPr>
            <a:lvl6pPr marL="3504438" indent="0">
              <a:buNone/>
              <a:defRPr sz="1533"/>
            </a:lvl6pPr>
            <a:lvl7pPr marL="4205326" indent="0">
              <a:buNone/>
              <a:defRPr sz="1533"/>
            </a:lvl7pPr>
            <a:lvl8pPr marL="4906213" indent="0">
              <a:buNone/>
              <a:defRPr sz="1533"/>
            </a:lvl8pPr>
            <a:lvl9pPr marL="5607101" indent="0">
              <a:buNone/>
              <a:defRPr sz="15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168E-4C56-124A-84B8-BB4F32161F32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1C9F0-AD8E-064E-85AD-D78945568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992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537" y="822960"/>
            <a:ext cx="4521049" cy="2880360"/>
          </a:xfrm>
        </p:spPr>
        <p:txBody>
          <a:bodyPr anchor="b"/>
          <a:lstStyle>
            <a:lvl1pPr>
              <a:defRPr sz="490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59316" y="1777368"/>
            <a:ext cx="7096423" cy="8772525"/>
          </a:xfrm>
        </p:spPr>
        <p:txBody>
          <a:bodyPr anchor="t"/>
          <a:lstStyle>
            <a:lvl1pPr marL="0" indent="0">
              <a:buNone/>
              <a:defRPr sz="4906"/>
            </a:lvl1pPr>
            <a:lvl2pPr marL="700888" indent="0">
              <a:buNone/>
              <a:defRPr sz="4292"/>
            </a:lvl2pPr>
            <a:lvl3pPr marL="1401775" indent="0">
              <a:buNone/>
              <a:defRPr sz="3679"/>
            </a:lvl3pPr>
            <a:lvl4pPr marL="2102663" indent="0">
              <a:buNone/>
              <a:defRPr sz="3066"/>
            </a:lvl4pPr>
            <a:lvl5pPr marL="2803550" indent="0">
              <a:buNone/>
              <a:defRPr sz="3066"/>
            </a:lvl5pPr>
            <a:lvl6pPr marL="3504438" indent="0">
              <a:buNone/>
              <a:defRPr sz="3066"/>
            </a:lvl6pPr>
            <a:lvl7pPr marL="4205326" indent="0">
              <a:buNone/>
              <a:defRPr sz="3066"/>
            </a:lvl7pPr>
            <a:lvl8pPr marL="4906213" indent="0">
              <a:buNone/>
              <a:defRPr sz="3066"/>
            </a:lvl8pPr>
            <a:lvl9pPr marL="5607101" indent="0">
              <a:buNone/>
              <a:defRPr sz="306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5537" y="3703320"/>
            <a:ext cx="4521049" cy="6860858"/>
          </a:xfrm>
        </p:spPr>
        <p:txBody>
          <a:bodyPr/>
          <a:lstStyle>
            <a:lvl1pPr marL="0" indent="0">
              <a:buNone/>
              <a:defRPr sz="2453"/>
            </a:lvl1pPr>
            <a:lvl2pPr marL="700888" indent="0">
              <a:buNone/>
              <a:defRPr sz="2146"/>
            </a:lvl2pPr>
            <a:lvl3pPr marL="1401775" indent="0">
              <a:buNone/>
              <a:defRPr sz="1840"/>
            </a:lvl3pPr>
            <a:lvl4pPr marL="2102663" indent="0">
              <a:buNone/>
              <a:defRPr sz="1533"/>
            </a:lvl4pPr>
            <a:lvl5pPr marL="2803550" indent="0">
              <a:buNone/>
              <a:defRPr sz="1533"/>
            </a:lvl5pPr>
            <a:lvl6pPr marL="3504438" indent="0">
              <a:buNone/>
              <a:defRPr sz="1533"/>
            </a:lvl6pPr>
            <a:lvl7pPr marL="4205326" indent="0">
              <a:buNone/>
              <a:defRPr sz="1533"/>
            </a:lvl7pPr>
            <a:lvl8pPr marL="4906213" indent="0">
              <a:buNone/>
              <a:defRPr sz="1533"/>
            </a:lvl8pPr>
            <a:lvl9pPr marL="5607101" indent="0">
              <a:buNone/>
              <a:defRPr sz="15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168E-4C56-124A-84B8-BB4F32161F32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1C9F0-AD8E-064E-85AD-D78945568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953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168E-4C56-124A-84B8-BB4F32161F32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1C9F0-AD8E-064E-85AD-D78945568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367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31364" y="657225"/>
            <a:ext cx="3022550" cy="1046130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3712" y="657225"/>
            <a:ext cx="8892431" cy="1046130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168E-4C56-124A-84B8-BB4F32161F32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1C9F0-AD8E-064E-85AD-D78945568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914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3712" y="657228"/>
            <a:ext cx="12090202" cy="23860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712" y="3286125"/>
            <a:ext cx="12090202" cy="7832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3712" y="11441433"/>
            <a:ext cx="3153966" cy="6572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E9168E-4C56-124A-84B8-BB4F32161F32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3339" y="11441433"/>
            <a:ext cx="4730948" cy="6572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99947" y="11441433"/>
            <a:ext cx="3153966" cy="6572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61C9F0-AD8E-064E-85AD-D78945568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229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1401775" rtl="0" eaLnBrk="1" latinLnBrk="0" hangingPunct="1">
        <a:lnSpc>
          <a:spcPct val="90000"/>
        </a:lnSpc>
        <a:spcBef>
          <a:spcPct val="0"/>
        </a:spcBef>
        <a:buNone/>
        <a:defRPr sz="674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0444" indent="-350444" algn="l" defTabSz="1401775" rtl="0" eaLnBrk="1" latinLnBrk="0" hangingPunct="1">
        <a:lnSpc>
          <a:spcPct val="90000"/>
        </a:lnSpc>
        <a:spcBef>
          <a:spcPts val="1533"/>
        </a:spcBef>
        <a:buFont typeface="Arial" panose="020B0604020202020204" pitchFamily="34" charset="0"/>
        <a:buChar char="•"/>
        <a:defRPr sz="4292" kern="1200">
          <a:solidFill>
            <a:schemeClr val="tx1"/>
          </a:solidFill>
          <a:latin typeface="+mn-lt"/>
          <a:ea typeface="+mn-ea"/>
          <a:cs typeface="+mn-cs"/>
        </a:defRPr>
      </a:lvl1pPr>
      <a:lvl2pPr marL="1051331" indent="-350444" algn="l" defTabSz="1401775" rtl="0" eaLnBrk="1" latinLnBrk="0" hangingPunct="1">
        <a:lnSpc>
          <a:spcPct val="90000"/>
        </a:lnSpc>
        <a:spcBef>
          <a:spcPts val="767"/>
        </a:spcBef>
        <a:buFont typeface="Arial" panose="020B0604020202020204" pitchFamily="34" charset="0"/>
        <a:buChar char="•"/>
        <a:defRPr sz="3679" kern="1200">
          <a:solidFill>
            <a:schemeClr val="tx1"/>
          </a:solidFill>
          <a:latin typeface="+mn-lt"/>
          <a:ea typeface="+mn-ea"/>
          <a:cs typeface="+mn-cs"/>
        </a:defRPr>
      </a:lvl2pPr>
      <a:lvl3pPr marL="1752219" indent="-350444" algn="l" defTabSz="1401775" rtl="0" eaLnBrk="1" latinLnBrk="0" hangingPunct="1">
        <a:lnSpc>
          <a:spcPct val="90000"/>
        </a:lnSpc>
        <a:spcBef>
          <a:spcPts val="767"/>
        </a:spcBef>
        <a:buFont typeface="Arial" panose="020B0604020202020204" pitchFamily="34" charset="0"/>
        <a:buChar char="•"/>
        <a:defRPr sz="3066" kern="1200">
          <a:solidFill>
            <a:schemeClr val="tx1"/>
          </a:solidFill>
          <a:latin typeface="+mn-lt"/>
          <a:ea typeface="+mn-ea"/>
          <a:cs typeface="+mn-cs"/>
        </a:defRPr>
      </a:lvl3pPr>
      <a:lvl4pPr marL="2453107" indent="-350444" algn="l" defTabSz="1401775" rtl="0" eaLnBrk="1" latinLnBrk="0" hangingPunct="1">
        <a:lnSpc>
          <a:spcPct val="90000"/>
        </a:lnSpc>
        <a:spcBef>
          <a:spcPts val="767"/>
        </a:spcBef>
        <a:buFont typeface="Arial" panose="020B0604020202020204" pitchFamily="34" charset="0"/>
        <a:buChar char="•"/>
        <a:defRPr sz="2759" kern="1200">
          <a:solidFill>
            <a:schemeClr val="tx1"/>
          </a:solidFill>
          <a:latin typeface="+mn-lt"/>
          <a:ea typeface="+mn-ea"/>
          <a:cs typeface="+mn-cs"/>
        </a:defRPr>
      </a:lvl4pPr>
      <a:lvl5pPr marL="3153994" indent="-350444" algn="l" defTabSz="1401775" rtl="0" eaLnBrk="1" latinLnBrk="0" hangingPunct="1">
        <a:lnSpc>
          <a:spcPct val="90000"/>
        </a:lnSpc>
        <a:spcBef>
          <a:spcPts val="767"/>
        </a:spcBef>
        <a:buFont typeface="Arial" panose="020B0604020202020204" pitchFamily="34" charset="0"/>
        <a:buChar char="•"/>
        <a:defRPr sz="2759" kern="1200">
          <a:solidFill>
            <a:schemeClr val="tx1"/>
          </a:solidFill>
          <a:latin typeface="+mn-lt"/>
          <a:ea typeface="+mn-ea"/>
          <a:cs typeface="+mn-cs"/>
        </a:defRPr>
      </a:lvl5pPr>
      <a:lvl6pPr marL="3854882" indent="-350444" algn="l" defTabSz="1401775" rtl="0" eaLnBrk="1" latinLnBrk="0" hangingPunct="1">
        <a:lnSpc>
          <a:spcPct val="90000"/>
        </a:lnSpc>
        <a:spcBef>
          <a:spcPts val="767"/>
        </a:spcBef>
        <a:buFont typeface="Arial" panose="020B0604020202020204" pitchFamily="34" charset="0"/>
        <a:buChar char="•"/>
        <a:defRPr sz="2759" kern="1200">
          <a:solidFill>
            <a:schemeClr val="tx1"/>
          </a:solidFill>
          <a:latin typeface="+mn-lt"/>
          <a:ea typeface="+mn-ea"/>
          <a:cs typeface="+mn-cs"/>
        </a:defRPr>
      </a:lvl6pPr>
      <a:lvl7pPr marL="4555769" indent="-350444" algn="l" defTabSz="1401775" rtl="0" eaLnBrk="1" latinLnBrk="0" hangingPunct="1">
        <a:lnSpc>
          <a:spcPct val="90000"/>
        </a:lnSpc>
        <a:spcBef>
          <a:spcPts val="767"/>
        </a:spcBef>
        <a:buFont typeface="Arial" panose="020B0604020202020204" pitchFamily="34" charset="0"/>
        <a:buChar char="•"/>
        <a:defRPr sz="2759" kern="1200">
          <a:solidFill>
            <a:schemeClr val="tx1"/>
          </a:solidFill>
          <a:latin typeface="+mn-lt"/>
          <a:ea typeface="+mn-ea"/>
          <a:cs typeface="+mn-cs"/>
        </a:defRPr>
      </a:lvl7pPr>
      <a:lvl8pPr marL="5256657" indent="-350444" algn="l" defTabSz="1401775" rtl="0" eaLnBrk="1" latinLnBrk="0" hangingPunct="1">
        <a:lnSpc>
          <a:spcPct val="90000"/>
        </a:lnSpc>
        <a:spcBef>
          <a:spcPts val="767"/>
        </a:spcBef>
        <a:buFont typeface="Arial" panose="020B0604020202020204" pitchFamily="34" charset="0"/>
        <a:buChar char="•"/>
        <a:defRPr sz="2759" kern="1200">
          <a:solidFill>
            <a:schemeClr val="tx1"/>
          </a:solidFill>
          <a:latin typeface="+mn-lt"/>
          <a:ea typeface="+mn-ea"/>
          <a:cs typeface="+mn-cs"/>
        </a:defRPr>
      </a:lvl8pPr>
      <a:lvl9pPr marL="5957545" indent="-350444" algn="l" defTabSz="1401775" rtl="0" eaLnBrk="1" latinLnBrk="0" hangingPunct="1">
        <a:lnSpc>
          <a:spcPct val="90000"/>
        </a:lnSpc>
        <a:spcBef>
          <a:spcPts val="767"/>
        </a:spcBef>
        <a:buFont typeface="Arial" panose="020B0604020202020204" pitchFamily="34" charset="0"/>
        <a:buChar char="•"/>
        <a:defRPr sz="27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01775" rtl="0" eaLnBrk="1" latinLnBrk="0" hangingPunct="1">
        <a:defRPr sz="2759" kern="1200">
          <a:solidFill>
            <a:schemeClr val="tx1"/>
          </a:solidFill>
          <a:latin typeface="+mn-lt"/>
          <a:ea typeface="+mn-ea"/>
          <a:cs typeface="+mn-cs"/>
        </a:defRPr>
      </a:lvl1pPr>
      <a:lvl2pPr marL="700888" algn="l" defTabSz="1401775" rtl="0" eaLnBrk="1" latinLnBrk="0" hangingPunct="1">
        <a:defRPr sz="2759" kern="1200">
          <a:solidFill>
            <a:schemeClr val="tx1"/>
          </a:solidFill>
          <a:latin typeface="+mn-lt"/>
          <a:ea typeface="+mn-ea"/>
          <a:cs typeface="+mn-cs"/>
        </a:defRPr>
      </a:lvl2pPr>
      <a:lvl3pPr marL="1401775" algn="l" defTabSz="1401775" rtl="0" eaLnBrk="1" latinLnBrk="0" hangingPunct="1">
        <a:defRPr sz="2759" kern="1200">
          <a:solidFill>
            <a:schemeClr val="tx1"/>
          </a:solidFill>
          <a:latin typeface="+mn-lt"/>
          <a:ea typeface="+mn-ea"/>
          <a:cs typeface="+mn-cs"/>
        </a:defRPr>
      </a:lvl3pPr>
      <a:lvl4pPr marL="2102663" algn="l" defTabSz="1401775" rtl="0" eaLnBrk="1" latinLnBrk="0" hangingPunct="1">
        <a:defRPr sz="2759" kern="1200">
          <a:solidFill>
            <a:schemeClr val="tx1"/>
          </a:solidFill>
          <a:latin typeface="+mn-lt"/>
          <a:ea typeface="+mn-ea"/>
          <a:cs typeface="+mn-cs"/>
        </a:defRPr>
      </a:lvl4pPr>
      <a:lvl5pPr marL="2803550" algn="l" defTabSz="1401775" rtl="0" eaLnBrk="1" latinLnBrk="0" hangingPunct="1">
        <a:defRPr sz="2759" kern="1200">
          <a:solidFill>
            <a:schemeClr val="tx1"/>
          </a:solidFill>
          <a:latin typeface="+mn-lt"/>
          <a:ea typeface="+mn-ea"/>
          <a:cs typeface="+mn-cs"/>
        </a:defRPr>
      </a:lvl5pPr>
      <a:lvl6pPr marL="3504438" algn="l" defTabSz="1401775" rtl="0" eaLnBrk="1" latinLnBrk="0" hangingPunct="1">
        <a:defRPr sz="2759" kern="1200">
          <a:solidFill>
            <a:schemeClr val="tx1"/>
          </a:solidFill>
          <a:latin typeface="+mn-lt"/>
          <a:ea typeface="+mn-ea"/>
          <a:cs typeface="+mn-cs"/>
        </a:defRPr>
      </a:lvl6pPr>
      <a:lvl7pPr marL="4205326" algn="l" defTabSz="1401775" rtl="0" eaLnBrk="1" latinLnBrk="0" hangingPunct="1">
        <a:defRPr sz="2759" kern="1200">
          <a:solidFill>
            <a:schemeClr val="tx1"/>
          </a:solidFill>
          <a:latin typeface="+mn-lt"/>
          <a:ea typeface="+mn-ea"/>
          <a:cs typeface="+mn-cs"/>
        </a:defRPr>
      </a:lvl7pPr>
      <a:lvl8pPr marL="4906213" algn="l" defTabSz="1401775" rtl="0" eaLnBrk="1" latinLnBrk="0" hangingPunct="1">
        <a:defRPr sz="2759" kern="1200">
          <a:solidFill>
            <a:schemeClr val="tx1"/>
          </a:solidFill>
          <a:latin typeface="+mn-lt"/>
          <a:ea typeface="+mn-ea"/>
          <a:cs typeface="+mn-cs"/>
        </a:defRPr>
      </a:lvl8pPr>
      <a:lvl9pPr marL="5607101" algn="l" defTabSz="1401775" rtl="0" eaLnBrk="1" latinLnBrk="0" hangingPunct="1">
        <a:defRPr sz="27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emf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emf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17ECA-7FEC-F8FA-8395-8740DF0DD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>
            <a:extLst>
              <a:ext uri="{FF2B5EF4-FFF2-40B4-BE49-F238E27FC236}">
                <a16:creationId xmlns:a16="http://schemas.microsoft.com/office/drawing/2014/main" id="{0B830138-56D5-BDBD-8700-A708395E73AB}"/>
              </a:ext>
            </a:extLst>
          </p:cNvPr>
          <p:cNvSpPr txBox="1"/>
          <p:nvPr/>
        </p:nvSpPr>
        <p:spPr>
          <a:xfrm>
            <a:off x="8529048" y="6835710"/>
            <a:ext cx="27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Helvetica" pitchFamily="2" charset="0"/>
              </a:rPr>
              <a:t>Change in the quality of</a:t>
            </a:r>
            <a:br>
              <a:rPr lang="en-US" sz="1000" b="1" dirty="0">
                <a:latin typeface="Helvetica" pitchFamily="2" charset="0"/>
              </a:rPr>
            </a:br>
            <a:r>
              <a:rPr lang="en-US" sz="1000" b="1" dirty="0">
                <a:latin typeface="Helvetica" pitchFamily="2" charset="0"/>
              </a:rPr>
              <a:t>modularity after shuffling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75E368-EAA8-9655-C2B1-8102C14C2890}"/>
              </a:ext>
            </a:extLst>
          </p:cNvPr>
          <p:cNvSpPr txBox="1"/>
          <p:nvPr/>
        </p:nvSpPr>
        <p:spPr>
          <a:xfrm>
            <a:off x="1065909" y="6836840"/>
            <a:ext cx="223644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Helvetica" pitchFamily="2" charset="0"/>
              </a:rPr>
              <a:t>Node</a:t>
            </a:r>
            <a:endParaRPr lang="en-US" sz="1200" b="1" dirty="0">
              <a:latin typeface="Helvetica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8C7DFE-BEE9-8ED7-06F4-789E109CAE98}"/>
              </a:ext>
            </a:extLst>
          </p:cNvPr>
          <p:cNvSpPr txBox="1"/>
          <p:nvPr/>
        </p:nvSpPr>
        <p:spPr>
          <a:xfrm>
            <a:off x="3400177" y="6836843"/>
            <a:ext cx="22791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Helvetica" pitchFamily="2" charset="0"/>
              </a:rPr>
              <a:t>Edge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F0B704-24F9-50FD-0C7C-DB21F320C562}"/>
              </a:ext>
            </a:extLst>
          </p:cNvPr>
          <p:cNvSpPr txBox="1"/>
          <p:nvPr/>
        </p:nvSpPr>
        <p:spPr>
          <a:xfrm>
            <a:off x="5774881" y="6836843"/>
            <a:ext cx="22791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Helvetica" pitchFamily="2" charset="0"/>
              </a:rPr>
              <a:t>Triangle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755E1A-87C1-872B-7712-2F335F9962FE}"/>
              </a:ext>
            </a:extLst>
          </p:cNvPr>
          <p:cNvSpPr txBox="1"/>
          <p:nvPr/>
        </p:nvSpPr>
        <p:spPr>
          <a:xfrm rot="16200000">
            <a:off x="-874270" y="7998485"/>
            <a:ext cx="21716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Helvetica" pitchFamily="2" charset="0"/>
              </a:rPr>
              <a:t>Exploration Cohort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B080D2-46E3-244B-9ED4-06808548A909}"/>
              </a:ext>
            </a:extLst>
          </p:cNvPr>
          <p:cNvSpPr txBox="1"/>
          <p:nvPr/>
        </p:nvSpPr>
        <p:spPr>
          <a:xfrm rot="16200000">
            <a:off x="-896416" y="10446530"/>
            <a:ext cx="21716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Helvetica" pitchFamily="2" charset="0"/>
              </a:rPr>
              <a:t>Replication Cohort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E1A452-5345-1678-CD9B-59211DDD1CFE}"/>
              </a:ext>
            </a:extLst>
          </p:cNvPr>
          <p:cNvSpPr txBox="1"/>
          <p:nvPr/>
        </p:nvSpPr>
        <p:spPr>
          <a:xfrm>
            <a:off x="708593" y="6836843"/>
            <a:ext cx="6559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f.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66052D9-F553-0CC3-00BC-ADA8065BB511}"/>
              </a:ext>
            </a:extLst>
          </p:cNvPr>
          <p:cNvSpPr txBox="1"/>
          <p:nvPr/>
        </p:nvSpPr>
        <p:spPr>
          <a:xfrm>
            <a:off x="3242429" y="6836843"/>
            <a:ext cx="6559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g.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10AF113-14E4-038E-5A7B-F569C8FB5BDC}"/>
              </a:ext>
            </a:extLst>
          </p:cNvPr>
          <p:cNvSpPr txBox="1"/>
          <p:nvPr/>
        </p:nvSpPr>
        <p:spPr>
          <a:xfrm>
            <a:off x="5636624" y="6822340"/>
            <a:ext cx="6559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h.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BE1BC95-3AF3-D863-E2B8-8BC228ED5548}"/>
              </a:ext>
            </a:extLst>
          </p:cNvPr>
          <p:cNvSpPr txBox="1"/>
          <p:nvPr/>
        </p:nvSpPr>
        <p:spPr>
          <a:xfrm>
            <a:off x="8595662" y="6836843"/>
            <a:ext cx="6559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>
                <a:latin typeface="Helvetica" pitchFamily="2" charset="0"/>
              </a:rPr>
              <a:t>i</a:t>
            </a:r>
            <a:r>
              <a:rPr lang="en-US" sz="1200" b="1" dirty="0">
                <a:latin typeface="Helvetica" pitchFamily="2" charset="0"/>
              </a:rPr>
              <a:t>.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AFFC058D-0EC6-A67B-649E-054719A006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501" r="15452"/>
          <a:stretch>
            <a:fillRect/>
          </a:stretch>
        </p:blipFill>
        <p:spPr>
          <a:xfrm>
            <a:off x="-46507" y="2601332"/>
            <a:ext cx="4280017" cy="4235881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214F1EBB-8BBF-37AE-21C0-FBF14866AE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21149" y="3202900"/>
            <a:ext cx="4302424" cy="3192121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3D689B97-7FEF-5DE7-4FFE-292B34D95CB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2243" t="5310" r="19244" b="-5310"/>
          <a:stretch>
            <a:fillRect/>
          </a:stretch>
        </p:blipFill>
        <p:spPr>
          <a:xfrm>
            <a:off x="9123573" y="2647397"/>
            <a:ext cx="4044483" cy="4150534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F5C78BA7-5B3D-2231-AE4E-A7F0DCA5854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8734" r="50000"/>
          <a:stretch>
            <a:fillRect/>
          </a:stretch>
        </p:blipFill>
        <p:spPr>
          <a:xfrm rot="911200">
            <a:off x="8799318" y="649783"/>
            <a:ext cx="2083718" cy="1642055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31BAA4F7-862F-4096-8729-611B5D968563}"/>
              </a:ext>
            </a:extLst>
          </p:cNvPr>
          <p:cNvSpPr txBox="1"/>
          <p:nvPr/>
        </p:nvSpPr>
        <p:spPr>
          <a:xfrm>
            <a:off x="4826558" y="134590"/>
            <a:ext cx="24647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Change this to 95</a:t>
            </a:r>
            <a:r>
              <a:rPr lang="en-US" sz="1200" baseline="30000" dirty="0"/>
              <a:t>th</a:t>
            </a:r>
            <a:r>
              <a:rPr lang="en-US" sz="1200" dirty="0"/>
              <a:t> percentile line (actually say it)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6F66DB88-4638-F764-C609-F018DA157F6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8773" r="-2921"/>
          <a:stretch>
            <a:fillRect/>
          </a:stretch>
        </p:blipFill>
        <p:spPr>
          <a:xfrm>
            <a:off x="4427987" y="3433778"/>
            <a:ext cx="393162" cy="2538766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8CA2D156-A96F-4097-CF4D-28B6F76768D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86262" r="-1798"/>
          <a:stretch>
            <a:fillRect/>
          </a:stretch>
        </p:blipFill>
        <p:spPr>
          <a:xfrm>
            <a:off x="13073402" y="3378102"/>
            <a:ext cx="445440" cy="2650118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7388D33-210D-A9B4-467F-55D7985EA4D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5165" b="15253"/>
          <a:stretch>
            <a:fillRect/>
          </a:stretch>
        </p:blipFill>
        <p:spPr>
          <a:xfrm>
            <a:off x="708593" y="156589"/>
            <a:ext cx="7370963" cy="2341990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39E32365-9B1A-7E6D-290D-0AB666ED408B}"/>
              </a:ext>
            </a:extLst>
          </p:cNvPr>
          <p:cNvSpPr txBox="1"/>
          <p:nvPr/>
        </p:nvSpPr>
        <p:spPr>
          <a:xfrm>
            <a:off x="9064460" y="352485"/>
            <a:ext cx="18484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Helvetica" pitchFamily="2" charset="0"/>
              </a:rPr>
              <a:t>Not pure </a:t>
            </a:r>
          </a:p>
          <a:p>
            <a:pPr algn="ctr"/>
            <a:r>
              <a:rPr lang="en-US" sz="1000" dirty="0">
                <a:latin typeface="Helvetica" pitchFamily="2" charset="0"/>
              </a:rPr>
              <a:t>(&lt; 75% from one task)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63C3D00-B30E-D542-1434-0B8C7DBBB339}"/>
              </a:ext>
            </a:extLst>
          </p:cNvPr>
          <p:cNvSpPr txBox="1"/>
          <p:nvPr/>
        </p:nvSpPr>
        <p:spPr>
          <a:xfrm rot="16200000">
            <a:off x="-249688" y="1223165"/>
            <a:ext cx="18484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Helvetica" pitchFamily="2" charset="0"/>
              </a:rPr>
              <a:t>Amplitude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15207ED-E41C-72F7-D61C-D144D895A247}"/>
              </a:ext>
            </a:extLst>
          </p:cNvPr>
          <p:cNvSpPr txBox="1"/>
          <p:nvPr/>
        </p:nvSpPr>
        <p:spPr>
          <a:xfrm>
            <a:off x="3537208" y="2446338"/>
            <a:ext cx="18484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Helvetica" pitchFamily="2" charset="0"/>
              </a:rPr>
              <a:t>Time</a:t>
            </a: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FD3904E4-F644-4635-6810-2740F73B1BC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0000" t="18734"/>
          <a:stretch>
            <a:fillRect/>
          </a:stretch>
        </p:blipFill>
        <p:spPr>
          <a:xfrm rot="16200000">
            <a:off x="11731713" y="506558"/>
            <a:ext cx="2083718" cy="164205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7D311A06-6903-D9A0-4498-9B733ABCA4FE}"/>
              </a:ext>
            </a:extLst>
          </p:cNvPr>
          <p:cNvSpPr txBox="1"/>
          <p:nvPr/>
        </p:nvSpPr>
        <p:spPr>
          <a:xfrm>
            <a:off x="8081373" y="1157841"/>
            <a:ext cx="18484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Helvetica" pitchFamily="2" charset="0"/>
              </a:rPr>
              <a:t>Emotion</a:t>
            </a:r>
          </a:p>
          <a:p>
            <a:pPr algn="ctr"/>
            <a:r>
              <a:rPr lang="en-US" sz="1000" dirty="0">
                <a:latin typeface="Helvetica" pitchFamily="2" charset="0"/>
              </a:rPr>
              <a:t>Task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910C288-2C3C-BF12-6462-7FE098B17584}"/>
              </a:ext>
            </a:extLst>
          </p:cNvPr>
          <p:cNvSpPr txBox="1"/>
          <p:nvPr/>
        </p:nvSpPr>
        <p:spPr>
          <a:xfrm>
            <a:off x="7345431" y="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8422792-5A05-2D41-5953-192D9D224B4C}"/>
              </a:ext>
            </a:extLst>
          </p:cNvPr>
          <p:cNvSpPr txBox="1"/>
          <p:nvPr/>
        </p:nvSpPr>
        <p:spPr>
          <a:xfrm>
            <a:off x="9116123" y="2074429"/>
            <a:ext cx="18484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Helvetica" pitchFamily="2" charset="0"/>
              </a:rPr>
              <a:t>Relational</a:t>
            </a:r>
          </a:p>
          <a:p>
            <a:pPr algn="ctr"/>
            <a:r>
              <a:rPr lang="en-US" sz="1000" dirty="0">
                <a:latin typeface="Helvetica" pitchFamily="2" charset="0"/>
              </a:rPr>
              <a:t>Task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579D673-25EC-2E21-584A-0E94307888BB}"/>
              </a:ext>
            </a:extLst>
          </p:cNvPr>
          <p:cNvSpPr txBox="1"/>
          <p:nvPr/>
        </p:nvSpPr>
        <p:spPr>
          <a:xfrm>
            <a:off x="10012605" y="1184086"/>
            <a:ext cx="18484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Helvetica" pitchFamily="2" charset="0"/>
              </a:rPr>
              <a:t>Social</a:t>
            </a:r>
          </a:p>
          <a:p>
            <a:pPr algn="ctr"/>
            <a:r>
              <a:rPr lang="en-US" sz="1000" dirty="0">
                <a:latin typeface="Helvetica" pitchFamily="2" charset="0"/>
              </a:rPr>
              <a:t>Task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4544A79-3D4C-CFC3-1978-79E687E848E3}"/>
              </a:ext>
            </a:extLst>
          </p:cNvPr>
          <p:cNvSpPr txBox="1"/>
          <p:nvPr/>
        </p:nvSpPr>
        <p:spPr>
          <a:xfrm>
            <a:off x="11251683" y="2179804"/>
            <a:ext cx="18484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Helvetica" pitchFamily="2" charset="0"/>
              </a:rPr>
              <a:t>Resting State</a:t>
            </a:r>
          </a:p>
          <a:p>
            <a:pPr algn="ctr"/>
            <a:r>
              <a:rPr lang="en-US" sz="1000" dirty="0">
                <a:latin typeface="Helvetica" pitchFamily="2" charset="0"/>
              </a:rPr>
              <a:t>Task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F19A641-54F6-FE6B-8B46-BF00BA847B82}"/>
              </a:ext>
            </a:extLst>
          </p:cNvPr>
          <p:cNvSpPr txBox="1"/>
          <p:nvPr/>
        </p:nvSpPr>
        <p:spPr>
          <a:xfrm>
            <a:off x="12891167" y="897535"/>
            <a:ext cx="152572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Helvetica" pitchFamily="2" charset="0"/>
              </a:rPr>
              <a:t>Working </a:t>
            </a:r>
          </a:p>
          <a:p>
            <a:pPr algn="ctr"/>
            <a:r>
              <a:rPr lang="en-US" sz="1000" dirty="0">
                <a:latin typeface="Helvetica" pitchFamily="2" charset="0"/>
              </a:rPr>
              <a:t>Memory</a:t>
            </a:r>
          </a:p>
          <a:p>
            <a:pPr algn="ctr"/>
            <a:r>
              <a:rPr lang="en-US" sz="1000" dirty="0">
                <a:latin typeface="Helvetica" pitchFamily="2" charset="0"/>
              </a:rPr>
              <a:t>Task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882D8B7-E8AE-A876-AC0D-60432BC028DF}"/>
              </a:ext>
            </a:extLst>
          </p:cNvPr>
          <p:cNvSpPr txBox="1"/>
          <p:nvPr/>
        </p:nvSpPr>
        <p:spPr>
          <a:xfrm>
            <a:off x="10757761" y="1523526"/>
            <a:ext cx="18484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Helvetica" pitchFamily="2" charset="0"/>
              </a:rPr>
              <a:t>Language</a:t>
            </a:r>
          </a:p>
          <a:p>
            <a:pPr algn="ctr"/>
            <a:r>
              <a:rPr lang="en-US" sz="1000" dirty="0">
                <a:latin typeface="Helvetica" pitchFamily="2" charset="0"/>
              </a:rPr>
              <a:t>Task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F7C95A7-2BAC-87A0-2637-A8C657057909}"/>
              </a:ext>
            </a:extLst>
          </p:cNvPr>
          <p:cNvSpPr txBox="1"/>
          <p:nvPr/>
        </p:nvSpPr>
        <p:spPr>
          <a:xfrm>
            <a:off x="7476335" y="439777"/>
            <a:ext cx="18484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Helvetica" pitchFamily="2" charset="0"/>
              </a:rPr>
              <a:t>95</a:t>
            </a:r>
            <a:r>
              <a:rPr lang="en-US" sz="1000" baseline="30000" dirty="0">
                <a:latin typeface="Helvetica" pitchFamily="2" charset="0"/>
              </a:rPr>
              <a:t>th</a:t>
            </a:r>
            <a:r>
              <a:rPr lang="en-US" sz="1000" dirty="0">
                <a:latin typeface="Helvetica" pitchFamily="2" charset="0"/>
              </a:rPr>
              <a:t> Percentile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AFA9554-BE57-E674-178F-7502138DDEBD}"/>
              </a:ext>
            </a:extLst>
          </p:cNvPr>
          <p:cNvSpPr txBox="1"/>
          <p:nvPr/>
        </p:nvSpPr>
        <p:spPr>
          <a:xfrm>
            <a:off x="11816081" y="340099"/>
            <a:ext cx="19149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Helvetica" pitchFamily="2" charset="0"/>
              </a:rPr>
              <a:t>Pure</a:t>
            </a:r>
          </a:p>
          <a:p>
            <a:pPr algn="ctr"/>
            <a:r>
              <a:rPr lang="en-US" sz="1200" b="1" dirty="0">
                <a:latin typeface="Helvetica" pitchFamily="2" charset="0"/>
              </a:rPr>
              <a:t> </a:t>
            </a:r>
            <a:r>
              <a:rPr lang="en-US" sz="1200" dirty="0">
                <a:latin typeface="Helvetica" pitchFamily="2" charset="0"/>
              </a:rPr>
              <a:t>(≥ 75% from one task)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EF93093-097D-B752-079B-C77ADAFF53F6}"/>
              </a:ext>
            </a:extLst>
          </p:cNvPr>
          <p:cNvSpPr txBox="1"/>
          <p:nvPr/>
        </p:nvSpPr>
        <p:spPr>
          <a:xfrm>
            <a:off x="11160263" y="6836843"/>
            <a:ext cx="28735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Helvetica" pitchFamily="2" charset="0"/>
              </a:rPr>
              <a:t>j. </a:t>
            </a:r>
            <a:r>
              <a:rPr lang="en-US" sz="1000" b="1" dirty="0">
                <a:latin typeface="Helvetica" pitchFamily="2" charset="0"/>
              </a:rPr>
              <a:t>Within-task closeness centrality of nodes in edge Mapper graphs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F3E8127-0265-C46A-93C9-C45675DCD83C}"/>
              </a:ext>
            </a:extLst>
          </p:cNvPr>
          <p:cNvSpPr txBox="1"/>
          <p:nvPr/>
        </p:nvSpPr>
        <p:spPr>
          <a:xfrm>
            <a:off x="378784" y="21225"/>
            <a:ext cx="6559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a.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5B0F50E-5BBA-7114-B9B8-042ED052B489}"/>
              </a:ext>
            </a:extLst>
          </p:cNvPr>
          <p:cNvSpPr txBox="1"/>
          <p:nvPr/>
        </p:nvSpPr>
        <p:spPr>
          <a:xfrm>
            <a:off x="9150223" y="21183"/>
            <a:ext cx="6559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b.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486507A-FC09-F9F2-CAFA-71BC1347C861}"/>
              </a:ext>
            </a:extLst>
          </p:cNvPr>
          <p:cNvSpPr txBox="1"/>
          <p:nvPr/>
        </p:nvSpPr>
        <p:spPr>
          <a:xfrm>
            <a:off x="327914" y="2903331"/>
            <a:ext cx="6559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c.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112B307-E0BB-5A90-051C-4A9B1DD8A517}"/>
              </a:ext>
            </a:extLst>
          </p:cNvPr>
          <p:cNvSpPr txBox="1"/>
          <p:nvPr/>
        </p:nvSpPr>
        <p:spPr>
          <a:xfrm>
            <a:off x="5015629" y="2903331"/>
            <a:ext cx="6559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d.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FC2A3FE-D41B-FFAB-8105-31FF076C4C6B}"/>
              </a:ext>
            </a:extLst>
          </p:cNvPr>
          <p:cNvSpPr txBox="1"/>
          <p:nvPr/>
        </p:nvSpPr>
        <p:spPr>
          <a:xfrm>
            <a:off x="9347807" y="2903331"/>
            <a:ext cx="6559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e.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FAA3ADD-87C9-E270-23E6-F94979F34A94}"/>
              </a:ext>
            </a:extLst>
          </p:cNvPr>
          <p:cNvSpPr txBox="1"/>
          <p:nvPr/>
        </p:nvSpPr>
        <p:spPr>
          <a:xfrm>
            <a:off x="1241116" y="2903331"/>
            <a:ext cx="22364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Helvetica" pitchFamily="2" charset="0"/>
              </a:rPr>
              <a:t>Proportion of peak frames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590F091-4F17-D40F-2728-1DDE5DC0764A}"/>
              </a:ext>
            </a:extLst>
          </p:cNvPr>
          <p:cNvSpPr txBox="1"/>
          <p:nvPr/>
        </p:nvSpPr>
        <p:spPr>
          <a:xfrm>
            <a:off x="6029355" y="2903331"/>
            <a:ext cx="22364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Helvetica" pitchFamily="2" charset="0"/>
              </a:rPr>
              <a:t>Peak-dense pure nodes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B0E78FA-5A1D-4318-B8C0-68B7549CD679}"/>
              </a:ext>
            </a:extLst>
          </p:cNvPr>
          <p:cNvSpPr txBox="1"/>
          <p:nvPr/>
        </p:nvSpPr>
        <p:spPr>
          <a:xfrm>
            <a:off x="9969064" y="2903331"/>
            <a:ext cx="26822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Helvetica" pitchFamily="2" charset="0"/>
              </a:rPr>
              <a:t>Within-task closeness centrality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99E5A8-7B71-D117-D180-7F6E67AE783D}"/>
              </a:ext>
            </a:extLst>
          </p:cNvPr>
          <p:cNvSpPr/>
          <p:nvPr/>
        </p:nvSpPr>
        <p:spPr>
          <a:xfrm>
            <a:off x="4649221" y="3378105"/>
            <a:ext cx="138896" cy="2675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FF88C9-BD35-19F2-5502-043C6B471629}"/>
              </a:ext>
            </a:extLst>
          </p:cNvPr>
          <p:cNvSpPr txBox="1"/>
          <p:nvPr/>
        </p:nvSpPr>
        <p:spPr>
          <a:xfrm>
            <a:off x="4620178" y="3285060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67B744-9C86-92AC-0C68-A5D4F4E9BEF6}"/>
              </a:ext>
            </a:extLst>
          </p:cNvPr>
          <p:cNvSpPr txBox="1"/>
          <p:nvPr/>
        </p:nvSpPr>
        <p:spPr>
          <a:xfrm>
            <a:off x="4620178" y="5790834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0AF699-E21F-1CA7-7CBE-03C1E6371CCB}"/>
              </a:ext>
            </a:extLst>
          </p:cNvPr>
          <p:cNvSpPr txBox="1"/>
          <p:nvPr/>
        </p:nvSpPr>
        <p:spPr>
          <a:xfrm>
            <a:off x="4624172" y="4554770"/>
            <a:ext cx="3914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0.5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481F8C-0B07-5F9A-DC55-FAF8741946A6}"/>
              </a:ext>
            </a:extLst>
          </p:cNvPr>
          <p:cNvSpPr/>
          <p:nvPr/>
        </p:nvSpPr>
        <p:spPr>
          <a:xfrm>
            <a:off x="13300872" y="3329434"/>
            <a:ext cx="186416" cy="27014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15BA83-2216-8832-B37C-77564C6FB53C}"/>
              </a:ext>
            </a:extLst>
          </p:cNvPr>
          <p:cNvSpPr txBox="1"/>
          <p:nvPr/>
        </p:nvSpPr>
        <p:spPr>
          <a:xfrm>
            <a:off x="13241453" y="5239655"/>
            <a:ext cx="7761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0.4 x 10</a:t>
            </a:r>
            <a:r>
              <a:rPr lang="en-US" sz="1200" baseline="30000" dirty="0"/>
              <a:t>-3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936FA1-1A5A-66EC-C175-C46155C68AD1}"/>
              </a:ext>
            </a:extLst>
          </p:cNvPr>
          <p:cNvSpPr txBox="1"/>
          <p:nvPr/>
        </p:nvSpPr>
        <p:spPr>
          <a:xfrm>
            <a:off x="13241449" y="5850502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</a:t>
            </a:r>
            <a:endParaRPr lang="en-US" sz="1200" baseline="30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BE1150-30D3-A978-4DBC-D70B41E5EB96}"/>
              </a:ext>
            </a:extLst>
          </p:cNvPr>
          <p:cNvSpPr txBox="1"/>
          <p:nvPr/>
        </p:nvSpPr>
        <p:spPr>
          <a:xfrm>
            <a:off x="13241453" y="4600434"/>
            <a:ext cx="7761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0.8 x 10</a:t>
            </a:r>
            <a:r>
              <a:rPr lang="en-US" sz="1200" baseline="30000" dirty="0"/>
              <a:t>-3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24E697-FDF2-21D3-1CDF-B8B21B5E9B05}"/>
              </a:ext>
            </a:extLst>
          </p:cNvPr>
          <p:cNvSpPr txBox="1"/>
          <p:nvPr/>
        </p:nvSpPr>
        <p:spPr>
          <a:xfrm>
            <a:off x="13241452" y="3964240"/>
            <a:ext cx="7761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1.2 x 10</a:t>
            </a:r>
            <a:r>
              <a:rPr lang="en-US" sz="1200" baseline="30000" dirty="0"/>
              <a:t>-3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290C3E3-BF1B-6FC1-A0F3-A8A6BAF51542}"/>
              </a:ext>
            </a:extLst>
          </p:cNvPr>
          <p:cNvSpPr txBox="1"/>
          <p:nvPr/>
        </p:nvSpPr>
        <p:spPr>
          <a:xfrm>
            <a:off x="13241452" y="3329434"/>
            <a:ext cx="7761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1.6 x 10</a:t>
            </a:r>
            <a:r>
              <a:rPr lang="en-US" sz="1200" baseline="30000" dirty="0"/>
              <a:t>-3</a:t>
            </a:r>
          </a:p>
        </p:txBody>
      </p:sp>
      <p:pic>
        <p:nvPicPr>
          <p:cNvPr id="33" name="Picture 32" descr="A diagram of a number of blue and black objects&#10;&#10;AI-generated content may be incorrect.">
            <a:extLst>
              <a:ext uri="{FF2B5EF4-FFF2-40B4-BE49-F238E27FC236}">
                <a16:creationId xmlns:a16="http://schemas.microsoft.com/office/drawing/2014/main" id="{3EF58EC8-4F56-77A3-02CE-22D8BCCEB6AC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7577" r="-1"/>
          <a:stretch>
            <a:fillRect/>
          </a:stretch>
        </p:blipFill>
        <p:spPr>
          <a:xfrm>
            <a:off x="3277781" y="7287262"/>
            <a:ext cx="2398112" cy="2331720"/>
          </a:xfrm>
          <a:prstGeom prst="rect">
            <a:avLst/>
          </a:prstGeom>
        </p:spPr>
      </p:pic>
      <p:pic>
        <p:nvPicPr>
          <p:cNvPr id="37" name="Picture 36" descr="A diagram of a number of individuals&#10;&#10;AI-generated content may be incorrect.">
            <a:extLst>
              <a:ext uri="{FF2B5EF4-FFF2-40B4-BE49-F238E27FC236}">
                <a16:creationId xmlns:a16="http://schemas.microsoft.com/office/drawing/2014/main" id="{15F5C290-F2C9-235B-C710-52C8BE9D573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043" y="7287262"/>
            <a:ext cx="2909491" cy="2331720"/>
          </a:xfrm>
          <a:prstGeom prst="rect">
            <a:avLst/>
          </a:prstGeom>
        </p:spPr>
      </p:pic>
      <p:pic>
        <p:nvPicPr>
          <p:cNvPr id="41" name="Picture 40" descr="A diagram of a number of blue and black lines&#10;&#10;AI-generated content may be incorrect.">
            <a:extLst>
              <a:ext uri="{FF2B5EF4-FFF2-40B4-BE49-F238E27FC236}">
                <a16:creationId xmlns:a16="http://schemas.microsoft.com/office/drawing/2014/main" id="{93EFE4CC-9E29-E8D4-1CFB-7F8647193C2B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17576"/>
          <a:stretch>
            <a:fillRect/>
          </a:stretch>
        </p:blipFill>
        <p:spPr>
          <a:xfrm>
            <a:off x="5724143" y="7287262"/>
            <a:ext cx="2398112" cy="2331720"/>
          </a:xfrm>
          <a:prstGeom prst="rect">
            <a:avLst/>
          </a:prstGeom>
        </p:spPr>
      </p:pic>
      <p:pic>
        <p:nvPicPr>
          <p:cNvPr id="48" name="Picture 47" descr="A diagram of a number of blue squares&#10;&#10;AI-generated content may be incorrect.">
            <a:extLst>
              <a:ext uri="{FF2B5EF4-FFF2-40B4-BE49-F238E27FC236}">
                <a16:creationId xmlns:a16="http://schemas.microsoft.com/office/drawing/2014/main" id="{14F26009-A2E8-A02E-62A1-7F7D49B4CABB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7576"/>
          <a:stretch>
            <a:fillRect/>
          </a:stretch>
        </p:blipFill>
        <p:spPr>
          <a:xfrm>
            <a:off x="3275222" y="9887205"/>
            <a:ext cx="2398112" cy="2331720"/>
          </a:xfrm>
          <a:prstGeom prst="rect">
            <a:avLst/>
          </a:prstGeom>
        </p:spPr>
      </p:pic>
      <p:pic>
        <p:nvPicPr>
          <p:cNvPr id="54" name="Picture 53" descr="A diagram of a number of individuals&#10;&#10;AI-generated content may be incorrect.">
            <a:extLst>
              <a:ext uri="{FF2B5EF4-FFF2-40B4-BE49-F238E27FC236}">
                <a16:creationId xmlns:a16="http://schemas.microsoft.com/office/drawing/2014/main" id="{814E7D16-0C19-11F5-43B2-53881AAB349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0043" y="9887205"/>
            <a:ext cx="2909491" cy="2331720"/>
          </a:xfrm>
          <a:prstGeom prst="rect">
            <a:avLst/>
          </a:prstGeom>
        </p:spPr>
      </p:pic>
      <p:pic>
        <p:nvPicPr>
          <p:cNvPr id="58" name="Picture 57" descr="A diagram of a number of blue and black objects&#10;&#10;AI-generated content may be incorrect.">
            <a:extLst>
              <a:ext uri="{FF2B5EF4-FFF2-40B4-BE49-F238E27FC236}">
                <a16:creationId xmlns:a16="http://schemas.microsoft.com/office/drawing/2014/main" id="{CE3358BA-8F9C-9D26-8970-B253985F6B15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17224"/>
          <a:stretch>
            <a:fillRect/>
          </a:stretch>
        </p:blipFill>
        <p:spPr>
          <a:xfrm>
            <a:off x="5719028" y="9887205"/>
            <a:ext cx="2408349" cy="2331720"/>
          </a:xfrm>
          <a:prstGeom prst="rect">
            <a:avLst/>
          </a:prstGeom>
        </p:spPr>
      </p:pic>
      <p:pic>
        <p:nvPicPr>
          <p:cNvPr id="74" name="Picture 73" descr="A diagram of a diagram&#10;&#10;AI-generated content may be incorrect.">
            <a:extLst>
              <a:ext uri="{FF2B5EF4-FFF2-40B4-BE49-F238E27FC236}">
                <a16:creationId xmlns:a16="http://schemas.microsoft.com/office/drawing/2014/main" id="{0ABF6AE9-8607-1DDF-EEA1-D86733B6EC7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70508" y="7287262"/>
            <a:ext cx="2909491" cy="2331720"/>
          </a:xfrm>
          <a:prstGeom prst="rect">
            <a:avLst/>
          </a:prstGeom>
        </p:spPr>
      </p:pic>
      <p:pic>
        <p:nvPicPr>
          <p:cNvPr id="81" name="Picture 80" descr="A diagram of a diagram&#10;&#10;AI-generated content may be incorrect.">
            <a:extLst>
              <a:ext uri="{FF2B5EF4-FFF2-40B4-BE49-F238E27FC236}">
                <a16:creationId xmlns:a16="http://schemas.microsoft.com/office/drawing/2014/main" id="{672A8249-4355-5D49-1DC5-AD9617BA33A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73068" y="9887205"/>
            <a:ext cx="2909491" cy="2331720"/>
          </a:xfrm>
          <a:prstGeom prst="rect">
            <a:avLst/>
          </a:prstGeom>
        </p:spPr>
      </p:pic>
      <p:pic>
        <p:nvPicPr>
          <p:cNvPr id="93" name="Picture 92" descr="A diagram of a graph&#10;&#10;AI-generated content may be incorrect.">
            <a:extLst>
              <a:ext uri="{FF2B5EF4-FFF2-40B4-BE49-F238E27FC236}">
                <a16:creationId xmlns:a16="http://schemas.microsoft.com/office/drawing/2014/main" id="{B8C61D01-3FA5-7C16-0446-FA2ADD2FDAD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128251" y="7287262"/>
            <a:ext cx="2909491" cy="2331720"/>
          </a:xfrm>
          <a:prstGeom prst="rect">
            <a:avLst/>
          </a:prstGeom>
        </p:spPr>
      </p:pic>
      <p:pic>
        <p:nvPicPr>
          <p:cNvPr id="96" name="Picture 95" descr="A diagram of a graph&#10;&#10;AI-generated content may be incorrect.">
            <a:extLst>
              <a:ext uri="{FF2B5EF4-FFF2-40B4-BE49-F238E27FC236}">
                <a16:creationId xmlns:a16="http://schemas.microsoft.com/office/drawing/2014/main" id="{A7EC815E-EA6D-8C4A-4CBE-F0D5A2E74C9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128251" y="9887205"/>
            <a:ext cx="2909491" cy="2331720"/>
          </a:xfrm>
          <a:prstGeom prst="rect">
            <a:avLst/>
          </a:prstGeom>
        </p:spPr>
      </p:pic>
      <p:sp>
        <p:nvSpPr>
          <p:cNvPr id="97" name="TextBox 96">
            <a:extLst>
              <a:ext uri="{FF2B5EF4-FFF2-40B4-BE49-F238E27FC236}">
                <a16:creationId xmlns:a16="http://schemas.microsoft.com/office/drawing/2014/main" id="{87083C27-0508-2FED-15B5-2E8BACF66BE2}"/>
              </a:ext>
            </a:extLst>
          </p:cNvPr>
          <p:cNvSpPr txBox="1"/>
          <p:nvPr/>
        </p:nvSpPr>
        <p:spPr>
          <a:xfrm>
            <a:off x="610062" y="9603664"/>
            <a:ext cx="6559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k.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47CFB99-D595-A450-F270-ED78BDED21E4}"/>
              </a:ext>
            </a:extLst>
          </p:cNvPr>
          <p:cNvSpPr txBox="1"/>
          <p:nvPr/>
        </p:nvSpPr>
        <p:spPr>
          <a:xfrm>
            <a:off x="3143898" y="9603664"/>
            <a:ext cx="6559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l.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6E3F2154-F34C-D650-C43D-772FB95F4D85}"/>
              </a:ext>
            </a:extLst>
          </p:cNvPr>
          <p:cNvSpPr txBox="1"/>
          <p:nvPr/>
        </p:nvSpPr>
        <p:spPr>
          <a:xfrm>
            <a:off x="5538093" y="9589161"/>
            <a:ext cx="6559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m.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64F42F7-16A5-FB22-83F1-CE1919655AB5}"/>
              </a:ext>
            </a:extLst>
          </p:cNvPr>
          <p:cNvSpPr txBox="1"/>
          <p:nvPr/>
        </p:nvSpPr>
        <p:spPr>
          <a:xfrm>
            <a:off x="8497131" y="9603664"/>
            <a:ext cx="6559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n.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AED694E-2CB4-FB19-78A0-7E087DF66893}"/>
              </a:ext>
            </a:extLst>
          </p:cNvPr>
          <p:cNvSpPr txBox="1"/>
          <p:nvPr/>
        </p:nvSpPr>
        <p:spPr>
          <a:xfrm>
            <a:off x="11061732" y="9603664"/>
            <a:ext cx="28735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Helvetica" pitchFamily="2" charset="0"/>
              </a:rPr>
              <a:t>o. </a:t>
            </a:r>
            <a:r>
              <a:rPr lang="en-US" sz="1000" b="1" dirty="0">
                <a:latin typeface="Helvetica" pitchFamily="2" charset="0"/>
              </a:rPr>
              <a:t>Within-task closeness centrality of nodes in edge Mapper graphs</a:t>
            </a:r>
          </a:p>
        </p:txBody>
      </p:sp>
    </p:spTree>
    <p:extLst>
      <p:ext uri="{BB962C8B-B14F-4D97-AF65-F5344CB8AC3E}">
        <p14:creationId xmlns:p14="http://schemas.microsoft.com/office/powerpoint/2010/main" val="4228617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15438</TotalTime>
  <Words>138</Words>
  <Application>Microsoft Macintosh PowerPoint</Application>
  <PresentationFormat>Custom</PresentationFormat>
  <Paragraphs>53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Saad Tariq Pirzada</dc:creator>
  <cp:lastModifiedBy>Chun Yin Siu</cp:lastModifiedBy>
  <cp:revision>26</cp:revision>
  <dcterms:created xsi:type="dcterms:W3CDTF">2026-01-26T04:15:52Z</dcterms:created>
  <dcterms:modified xsi:type="dcterms:W3CDTF">2026-04-28T22:33:24Z</dcterms:modified>
</cp:coreProperties>
</file>